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5"/>
  </p:notesMasterIdLst>
  <p:sldIdLst>
    <p:sldId id="257" r:id="rId2"/>
    <p:sldId id="259" r:id="rId3"/>
    <p:sldId id="260" r:id="rId4"/>
  </p:sldIdLst>
  <p:sldSz cx="7096125" cy="99488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721"/>
    <p:restoredTop sz="95028"/>
  </p:normalViewPr>
  <p:slideViewPr>
    <p:cSldViewPr snapToGrid="0" snapToObjects="1">
      <p:cViewPr varScale="1">
        <p:scale>
          <a:sx n="90" d="100"/>
          <a:sy n="90" d="100"/>
        </p:scale>
        <p:origin x="371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48D443-8748-E448-A6EF-C3A70ABADEBB}" type="datetimeFigureOut">
              <a:t>05.01.2021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28863" y="1143000"/>
            <a:ext cx="22002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A65939-6B1C-1B4C-99CB-F565967BD1D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508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18049" rtl="0" eaLnBrk="1" latinLnBrk="0" hangingPunct="1">
      <a:defRPr sz="1073" kern="1200">
        <a:solidFill>
          <a:schemeClr val="tx1"/>
        </a:solidFill>
        <a:latin typeface="+mn-lt"/>
        <a:ea typeface="+mn-ea"/>
        <a:cs typeface="+mn-cs"/>
      </a:defRPr>
    </a:lvl1pPr>
    <a:lvl2pPr marL="409023" algn="l" defTabSz="818049" rtl="0" eaLnBrk="1" latinLnBrk="0" hangingPunct="1">
      <a:defRPr sz="1073" kern="1200">
        <a:solidFill>
          <a:schemeClr val="tx1"/>
        </a:solidFill>
        <a:latin typeface="+mn-lt"/>
        <a:ea typeface="+mn-ea"/>
        <a:cs typeface="+mn-cs"/>
      </a:defRPr>
    </a:lvl2pPr>
    <a:lvl3pPr marL="818049" algn="l" defTabSz="818049" rtl="0" eaLnBrk="1" latinLnBrk="0" hangingPunct="1">
      <a:defRPr sz="1073" kern="1200">
        <a:solidFill>
          <a:schemeClr val="tx1"/>
        </a:solidFill>
        <a:latin typeface="+mn-lt"/>
        <a:ea typeface="+mn-ea"/>
        <a:cs typeface="+mn-cs"/>
      </a:defRPr>
    </a:lvl3pPr>
    <a:lvl4pPr marL="1227072" algn="l" defTabSz="818049" rtl="0" eaLnBrk="1" latinLnBrk="0" hangingPunct="1">
      <a:defRPr sz="1073" kern="1200">
        <a:solidFill>
          <a:schemeClr val="tx1"/>
        </a:solidFill>
        <a:latin typeface="+mn-lt"/>
        <a:ea typeface="+mn-ea"/>
        <a:cs typeface="+mn-cs"/>
      </a:defRPr>
    </a:lvl4pPr>
    <a:lvl5pPr marL="1636098" algn="l" defTabSz="818049" rtl="0" eaLnBrk="1" latinLnBrk="0" hangingPunct="1">
      <a:defRPr sz="1073" kern="1200">
        <a:solidFill>
          <a:schemeClr val="tx1"/>
        </a:solidFill>
        <a:latin typeface="+mn-lt"/>
        <a:ea typeface="+mn-ea"/>
        <a:cs typeface="+mn-cs"/>
      </a:defRPr>
    </a:lvl5pPr>
    <a:lvl6pPr marL="2045121" algn="l" defTabSz="818049" rtl="0" eaLnBrk="1" latinLnBrk="0" hangingPunct="1">
      <a:defRPr sz="1073" kern="1200">
        <a:solidFill>
          <a:schemeClr val="tx1"/>
        </a:solidFill>
        <a:latin typeface="+mn-lt"/>
        <a:ea typeface="+mn-ea"/>
        <a:cs typeface="+mn-cs"/>
      </a:defRPr>
    </a:lvl6pPr>
    <a:lvl7pPr marL="2454145" algn="l" defTabSz="818049" rtl="0" eaLnBrk="1" latinLnBrk="0" hangingPunct="1">
      <a:defRPr sz="1073" kern="1200">
        <a:solidFill>
          <a:schemeClr val="tx1"/>
        </a:solidFill>
        <a:latin typeface="+mn-lt"/>
        <a:ea typeface="+mn-ea"/>
        <a:cs typeface="+mn-cs"/>
      </a:defRPr>
    </a:lvl7pPr>
    <a:lvl8pPr marL="2863170" algn="l" defTabSz="818049" rtl="0" eaLnBrk="1" latinLnBrk="0" hangingPunct="1">
      <a:defRPr sz="1073" kern="1200">
        <a:solidFill>
          <a:schemeClr val="tx1"/>
        </a:solidFill>
        <a:latin typeface="+mn-lt"/>
        <a:ea typeface="+mn-ea"/>
        <a:cs typeface="+mn-cs"/>
      </a:defRPr>
    </a:lvl8pPr>
    <a:lvl9pPr marL="3272194" algn="l" defTabSz="818049" rtl="0" eaLnBrk="1" latinLnBrk="0" hangingPunct="1">
      <a:defRPr sz="107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A65939-6B1C-1B4C-99CB-F565967BD1DB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5396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A65939-6B1C-1B4C-99CB-F565967BD1DB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4647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A65939-6B1C-1B4C-99CB-F565967BD1DB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238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2210" y="1628206"/>
            <a:ext cx="6031706" cy="3463678"/>
          </a:xfrm>
        </p:spPr>
        <p:txBody>
          <a:bodyPr anchor="b"/>
          <a:lstStyle>
            <a:lvl1pPr algn="ctr">
              <a:defRPr sz="4656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87016" y="5225457"/>
            <a:ext cx="5322094" cy="2402005"/>
          </a:xfrm>
        </p:spPr>
        <p:txBody>
          <a:bodyPr/>
          <a:lstStyle>
            <a:lvl1pPr marL="0" indent="0" algn="ctr">
              <a:buNone/>
              <a:defRPr sz="1862"/>
            </a:lvl1pPr>
            <a:lvl2pPr marL="354787" indent="0" algn="ctr">
              <a:buNone/>
              <a:defRPr sz="1552"/>
            </a:lvl2pPr>
            <a:lvl3pPr marL="709574" indent="0" algn="ctr">
              <a:buNone/>
              <a:defRPr sz="1397"/>
            </a:lvl3pPr>
            <a:lvl4pPr marL="1064362" indent="0" algn="ctr">
              <a:buNone/>
              <a:defRPr sz="1242"/>
            </a:lvl4pPr>
            <a:lvl5pPr marL="1419149" indent="0" algn="ctr">
              <a:buNone/>
              <a:defRPr sz="1242"/>
            </a:lvl5pPr>
            <a:lvl6pPr marL="1773936" indent="0" algn="ctr">
              <a:buNone/>
              <a:defRPr sz="1242"/>
            </a:lvl6pPr>
            <a:lvl7pPr marL="2128723" indent="0" algn="ctr">
              <a:buNone/>
              <a:defRPr sz="1242"/>
            </a:lvl7pPr>
            <a:lvl8pPr marL="2483510" indent="0" algn="ctr">
              <a:buNone/>
              <a:defRPr sz="1242"/>
            </a:lvl8pPr>
            <a:lvl9pPr marL="2838298" indent="0" algn="ctr">
              <a:buNone/>
              <a:defRPr sz="1242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ED540-8B68-1B41-9514-A6F5E54EAEFD}" type="datetimeFigureOut">
              <a:t>05.01.2021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F22ED-8C05-504E-8228-8C31B28D4BD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430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ED540-8B68-1B41-9514-A6F5E54EAEFD}" type="datetimeFigureOut">
              <a:t>05.01.2021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F22ED-8C05-504E-8228-8C31B28D4BD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093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163" y="2480310"/>
            <a:ext cx="6120408" cy="4138450"/>
          </a:xfrm>
        </p:spPr>
        <p:txBody>
          <a:bodyPr anchor="b"/>
          <a:lstStyle>
            <a:lvl1pPr>
              <a:defRPr sz="4656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4163" y="6657911"/>
            <a:ext cx="6120408" cy="2176313"/>
          </a:xfrm>
        </p:spPr>
        <p:txBody>
          <a:bodyPr/>
          <a:lstStyle>
            <a:lvl1pPr marL="0" indent="0">
              <a:buNone/>
              <a:defRPr sz="1862">
                <a:solidFill>
                  <a:schemeClr val="tx1"/>
                </a:solidFill>
              </a:defRPr>
            </a:lvl1pPr>
            <a:lvl2pPr marL="354787" indent="0">
              <a:buNone/>
              <a:defRPr sz="1552">
                <a:solidFill>
                  <a:schemeClr val="tx1">
                    <a:tint val="75000"/>
                  </a:schemeClr>
                </a:solidFill>
              </a:defRPr>
            </a:lvl2pPr>
            <a:lvl3pPr marL="709574" indent="0">
              <a:buNone/>
              <a:defRPr sz="1397">
                <a:solidFill>
                  <a:schemeClr val="tx1">
                    <a:tint val="75000"/>
                  </a:schemeClr>
                </a:solidFill>
              </a:defRPr>
            </a:lvl3pPr>
            <a:lvl4pPr marL="1064362" indent="0">
              <a:buNone/>
              <a:defRPr sz="1242">
                <a:solidFill>
                  <a:schemeClr val="tx1">
                    <a:tint val="75000"/>
                  </a:schemeClr>
                </a:solidFill>
              </a:defRPr>
            </a:lvl4pPr>
            <a:lvl5pPr marL="1419149" indent="0">
              <a:buNone/>
              <a:defRPr sz="1242">
                <a:solidFill>
                  <a:schemeClr val="tx1">
                    <a:tint val="75000"/>
                  </a:schemeClr>
                </a:solidFill>
              </a:defRPr>
            </a:lvl5pPr>
            <a:lvl6pPr marL="1773936" indent="0">
              <a:buNone/>
              <a:defRPr sz="1242">
                <a:solidFill>
                  <a:schemeClr val="tx1">
                    <a:tint val="75000"/>
                  </a:schemeClr>
                </a:solidFill>
              </a:defRPr>
            </a:lvl6pPr>
            <a:lvl7pPr marL="2128723" indent="0">
              <a:buNone/>
              <a:defRPr sz="1242">
                <a:solidFill>
                  <a:schemeClr val="tx1">
                    <a:tint val="75000"/>
                  </a:schemeClr>
                </a:solidFill>
              </a:defRPr>
            </a:lvl7pPr>
            <a:lvl8pPr marL="2483510" indent="0">
              <a:buNone/>
              <a:defRPr sz="1242">
                <a:solidFill>
                  <a:schemeClr val="tx1">
                    <a:tint val="75000"/>
                  </a:schemeClr>
                </a:solidFill>
              </a:defRPr>
            </a:lvl8pPr>
            <a:lvl9pPr marL="2838298" indent="0">
              <a:buNone/>
              <a:defRPr sz="124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ED540-8B68-1B41-9514-A6F5E54EAEFD}" type="datetimeFigureOut">
              <a:t>05.01.2021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F22ED-8C05-504E-8228-8C31B28D4BD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973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7859" y="2648424"/>
            <a:ext cx="3015853" cy="63124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92413" y="2648424"/>
            <a:ext cx="3015853" cy="63124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ED540-8B68-1B41-9514-A6F5E54EAEFD}" type="datetimeFigureOut">
              <a:t>05.01.2021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F22ED-8C05-504E-8228-8C31B28D4BD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176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8783" y="529687"/>
            <a:ext cx="6120408" cy="192298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8784" y="2438854"/>
            <a:ext cx="3001993" cy="1195245"/>
          </a:xfrm>
        </p:spPr>
        <p:txBody>
          <a:bodyPr anchor="b"/>
          <a:lstStyle>
            <a:lvl1pPr marL="0" indent="0">
              <a:buNone/>
              <a:defRPr sz="1862" b="1"/>
            </a:lvl1pPr>
            <a:lvl2pPr marL="354787" indent="0">
              <a:buNone/>
              <a:defRPr sz="1552" b="1"/>
            </a:lvl2pPr>
            <a:lvl3pPr marL="709574" indent="0">
              <a:buNone/>
              <a:defRPr sz="1397" b="1"/>
            </a:lvl3pPr>
            <a:lvl4pPr marL="1064362" indent="0">
              <a:buNone/>
              <a:defRPr sz="1242" b="1"/>
            </a:lvl4pPr>
            <a:lvl5pPr marL="1419149" indent="0">
              <a:buNone/>
              <a:defRPr sz="1242" b="1"/>
            </a:lvl5pPr>
            <a:lvl6pPr marL="1773936" indent="0">
              <a:buNone/>
              <a:defRPr sz="1242" b="1"/>
            </a:lvl6pPr>
            <a:lvl7pPr marL="2128723" indent="0">
              <a:buNone/>
              <a:defRPr sz="1242" b="1"/>
            </a:lvl7pPr>
            <a:lvl8pPr marL="2483510" indent="0">
              <a:buNone/>
              <a:defRPr sz="1242" b="1"/>
            </a:lvl8pPr>
            <a:lvl9pPr marL="2838298" indent="0">
              <a:buNone/>
              <a:defRPr sz="1242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784" y="3634098"/>
            <a:ext cx="3001993" cy="53452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592414" y="2438854"/>
            <a:ext cx="3016777" cy="1195245"/>
          </a:xfrm>
        </p:spPr>
        <p:txBody>
          <a:bodyPr anchor="b"/>
          <a:lstStyle>
            <a:lvl1pPr marL="0" indent="0">
              <a:buNone/>
              <a:defRPr sz="1862" b="1"/>
            </a:lvl1pPr>
            <a:lvl2pPr marL="354787" indent="0">
              <a:buNone/>
              <a:defRPr sz="1552" b="1"/>
            </a:lvl2pPr>
            <a:lvl3pPr marL="709574" indent="0">
              <a:buNone/>
              <a:defRPr sz="1397" b="1"/>
            </a:lvl3pPr>
            <a:lvl4pPr marL="1064362" indent="0">
              <a:buNone/>
              <a:defRPr sz="1242" b="1"/>
            </a:lvl4pPr>
            <a:lvl5pPr marL="1419149" indent="0">
              <a:buNone/>
              <a:defRPr sz="1242" b="1"/>
            </a:lvl5pPr>
            <a:lvl6pPr marL="1773936" indent="0">
              <a:buNone/>
              <a:defRPr sz="1242" b="1"/>
            </a:lvl6pPr>
            <a:lvl7pPr marL="2128723" indent="0">
              <a:buNone/>
              <a:defRPr sz="1242" b="1"/>
            </a:lvl7pPr>
            <a:lvl8pPr marL="2483510" indent="0">
              <a:buNone/>
              <a:defRPr sz="1242" b="1"/>
            </a:lvl8pPr>
            <a:lvl9pPr marL="2838298" indent="0">
              <a:buNone/>
              <a:defRPr sz="1242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592414" y="3634098"/>
            <a:ext cx="3016777" cy="53452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ED540-8B68-1B41-9514-A6F5E54EAEFD}" type="datetimeFigureOut">
              <a:t>05.01.2021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F22ED-8C05-504E-8228-8C31B28D4BD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995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ED540-8B68-1B41-9514-A6F5E54EAEFD}" type="datetimeFigureOut">
              <a:t>05.01.2021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F22ED-8C05-504E-8228-8C31B28D4BD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622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ED540-8B68-1B41-9514-A6F5E54EAEFD}" type="datetimeFigureOut">
              <a:t>05.01.2021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F22ED-8C05-504E-8228-8C31B28D4BD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606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8783" y="663258"/>
            <a:ext cx="2288685" cy="2321401"/>
          </a:xfrm>
        </p:spPr>
        <p:txBody>
          <a:bodyPr anchor="b"/>
          <a:lstStyle>
            <a:lvl1pPr>
              <a:defRPr sz="2483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6778" y="1432454"/>
            <a:ext cx="3592413" cy="7070141"/>
          </a:xfrm>
        </p:spPr>
        <p:txBody>
          <a:bodyPr/>
          <a:lstStyle>
            <a:lvl1pPr>
              <a:defRPr sz="2483"/>
            </a:lvl1pPr>
            <a:lvl2pPr>
              <a:defRPr sz="2173"/>
            </a:lvl2pPr>
            <a:lvl3pPr>
              <a:defRPr sz="1862"/>
            </a:lvl3pPr>
            <a:lvl4pPr>
              <a:defRPr sz="1552"/>
            </a:lvl4pPr>
            <a:lvl5pPr>
              <a:defRPr sz="1552"/>
            </a:lvl5pPr>
            <a:lvl6pPr>
              <a:defRPr sz="1552"/>
            </a:lvl6pPr>
            <a:lvl7pPr>
              <a:defRPr sz="1552"/>
            </a:lvl7pPr>
            <a:lvl8pPr>
              <a:defRPr sz="1552"/>
            </a:lvl8pPr>
            <a:lvl9pPr>
              <a:defRPr sz="1552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8783" y="2984659"/>
            <a:ext cx="2288685" cy="5529450"/>
          </a:xfrm>
        </p:spPr>
        <p:txBody>
          <a:bodyPr/>
          <a:lstStyle>
            <a:lvl1pPr marL="0" indent="0">
              <a:buNone/>
              <a:defRPr sz="1242"/>
            </a:lvl1pPr>
            <a:lvl2pPr marL="354787" indent="0">
              <a:buNone/>
              <a:defRPr sz="1086"/>
            </a:lvl2pPr>
            <a:lvl3pPr marL="709574" indent="0">
              <a:buNone/>
              <a:defRPr sz="931"/>
            </a:lvl3pPr>
            <a:lvl4pPr marL="1064362" indent="0">
              <a:buNone/>
              <a:defRPr sz="776"/>
            </a:lvl4pPr>
            <a:lvl5pPr marL="1419149" indent="0">
              <a:buNone/>
              <a:defRPr sz="776"/>
            </a:lvl5pPr>
            <a:lvl6pPr marL="1773936" indent="0">
              <a:buNone/>
              <a:defRPr sz="776"/>
            </a:lvl6pPr>
            <a:lvl7pPr marL="2128723" indent="0">
              <a:buNone/>
              <a:defRPr sz="776"/>
            </a:lvl7pPr>
            <a:lvl8pPr marL="2483510" indent="0">
              <a:buNone/>
              <a:defRPr sz="776"/>
            </a:lvl8pPr>
            <a:lvl9pPr marL="2838298" indent="0">
              <a:buNone/>
              <a:defRPr sz="776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ED540-8B68-1B41-9514-A6F5E54EAEFD}" type="datetimeFigureOut">
              <a:t>05.01.2021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F22ED-8C05-504E-8228-8C31B28D4BD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607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8783" y="663258"/>
            <a:ext cx="2288685" cy="2321401"/>
          </a:xfrm>
        </p:spPr>
        <p:txBody>
          <a:bodyPr anchor="b"/>
          <a:lstStyle>
            <a:lvl1pPr>
              <a:defRPr sz="2483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16778" y="1432454"/>
            <a:ext cx="3592413" cy="7070141"/>
          </a:xfrm>
        </p:spPr>
        <p:txBody>
          <a:bodyPr anchor="t"/>
          <a:lstStyle>
            <a:lvl1pPr marL="0" indent="0">
              <a:buNone/>
              <a:defRPr sz="2483"/>
            </a:lvl1pPr>
            <a:lvl2pPr marL="354787" indent="0">
              <a:buNone/>
              <a:defRPr sz="2173"/>
            </a:lvl2pPr>
            <a:lvl3pPr marL="709574" indent="0">
              <a:buNone/>
              <a:defRPr sz="1862"/>
            </a:lvl3pPr>
            <a:lvl4pPr marL="1064362" indent="0">
              <a:buNone/>
              <a:defRPr sz="1552"/>
            </a:lvl4pPr>
            <a:lvl5pPr marL="1419149" indent="0">
              <a:buNone/>
              <a:defRPr sz="1552"/>
            </a:lvl5pPr>
            <a:lvl6pPr marL="1773936" indent="0">
              <a:buNone/>
              <a:defRPr sz="1552"/>
            </a:lvl6pPr>
            <a:lvl7pPr marL="2128723" indent="0">
              <a:buNone/>
              <a:defRPr sz="1552"/>
            </a:lvl7pPr>
            <a:lvl8pPr marL="2483510" indent="0">
              <a:buNone/>
              <a:defRPr sz="1552"/>
            </a:lvl8pPr>
            <a:lvl9pPr marL="2838298" indent="0">
              <a:buNone/>
              <a:defRPr sz="1552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8783" y="2984659"/>
            <a:ext cx="2288685" cy="5529450"/>
          </a:xfrm>
        </p:spPr>
        <p:txBody>
          <a:bodyPr/>
          <a:lstStyle>
            <a:lvl1pPr marL="0" indent="0">
              <a:buNone/>
              <a:defRPr sz="1242"/>
            </a:lvl1pPr>
            <a:lvl2pPr marL="354787" indent="0">
              <a:buNone/>
              <a:defRPr sz="1086"/>
            </a:lvl2pPr>
            <a:lvl3pPr marL="709574" indent="0">
              <a:buNone/>
              <a:defRPr sz="931"/>
            </a:lvl3pPr>
            <a:lvl4pPr marL="1064362" indent="0">
              <a:buNone/>
              <a:defRPr sz="776"/>
            </a:lvl4pPr>
            <a:lvl5pPr marL="1419149" indent="0">
              <a:buNone/>
              <a:defRPr sz="776"/>
            </a:lvl5pPr>
            <a:lvl6pPr marL="1773936" indent="0">
              <a:buNone/>
              <a:defRPr sz="776"/>
            </a:lvl6pPr>
            <a:lvl7pPr marL="2128723" indent="0">
              <a:buNone/>
              <a:defRPr sz="776"/>
            </a:lvl7pPr>
            <a:lvl8pPr marL="2483510" indent="0">
              <a:buNone/>
              <a:defRPr sz="776"/>
            </a:lvl8pPr>
            <a:lvl9pPr marL="2838298" indent="0">
              <a:buNone/>
              <a:defRPr sz="776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ED540-8B68-1B41-9514-A6F5E54EAEFD}" type="datetimeFigureOut">
              <a:t>05.01.2021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F22ED-8C05-504E-8228-8C31B28D4BD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479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ED540-8B68-1B41-9514-A6F5E54EAEFD}" type="datetimeFigureOut">
              <a:t>05.01.2021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F22ED-8C05-504E-8228-8C31B28D4BD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618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078165" y="529685"/>
            <a:ext cx="1530102" cy="8431202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7859" y="529685"/>
            <a:ext cx="4501604" cy="8431202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ED540-8B68-1B41-9514-A6F5E54EAEFD}" type="datetimeFigureOut">
              <a:t>05.01.2021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F22ED-8C05-504E-8228-8C31B28D4BD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131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7859" y="529687"/>
            <a:ext cx="6120408" cy="19229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7859" y="2648424"/>
            <a:ext cx="6120408" cy="6312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7859" y="9221124"/>
            <a:ext cx="1596628" cy="5296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5ED540-8B68-1B41-9514-A6F5E54EAEFD}" type="datetimeFigureOut">
              <a:t>05.01.2021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50592" y="9221124"/>
            <a:ext cx="2394942" cy="5296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11638" y="9221124"/>
            <a:ext cx="1596628" cy="5296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6F22ED-8C05-504E-8228-8C31B28D4BD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973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09574" rtl="0" eaLnBrk="1" latinLnBrk="0" hangingPunct="1">
        <a:lnSpc>
          <a:spcPct val="90000"/>
        </a:lnSpc>
        <a:spcBef>
          <a:spcPct val="0"/>
        </a:spcBef>
        <a:buNone/>
        <a:defRPr sz="34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7394" indent="-177394" algn="l" defTabSz="709574" rtl="0" eaLnBrk="1" latinLnBrk="0" hangingPunct="1">
        <a:lnSpc>
          <a:spcPct val="90000"/>
        </a:lnSpc>
        <a:spcBef>
          <a:spcPts val="776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1pPr>
      <a:lvl2pPr marL="532181" indent="-177394" algn="l" defTabSz="709574" rtl="0" eaLnBrk="1" latinLnBrk="0" hangingPunct="1">
        <a:lnSpc>
          <a:spcPct val="90000"/>
        </a:lnSpc>
        <a:spcBef>
          <a:spcPts val="388"/>
        </a:spcBef>
        <a:buFont typeface="Arial" panose="020B0604020202020204" pitchFamily="34" charset="0"/>
        <a:buChar char="•"/>
        <a:defRPr sz="1862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177394" algn="l" defTabSz="709574" rtl="0" eaLnBrk="1" latinLnBrk="0" hangingPunct="1">
        <a:lnSpc>
          <a:spcPct val="90000"/>
        </a:lnSpc>
        <a:spcBef>
          <a:spcPts val="388"/>
        </a:spcBef>
        <a:buFont typeface="Arial" panose="020B0604020202020204" pitchFamily="34" charset="0"/>
        <a:buChar char="•"/>
        <a:defRPr sz="1552" kern="1200">
          <a:solidFill>
            <a:schemeClr val="tx1"/>
          </a:solidFill>
          <a:latin typeface="+mn-lt"/>
          <a:ea typeface="+mn-ea"/>
          <a:cs typeface="+mn-cs"/>
        </a:defRPr>
      </a:lvl3pPr>
      <a:lvl4pPr marL="1241755" indent="-177394" algn="l" defTabSz="709574" rtl="0" eaLnBrk="1" latinLnBrk="0" hangingPunct="1">
        <a:lnSpc>
          <a:spcPct val="90000"/>
        </a:lnSpc>
        <a:spcBef>
          <a:spcPts val="388"/>
        </a:spcBef>
        <a:buFont typeface="Arial" panose="020B0604020202020204" pitchFamily="34" charset="0"/>
        <a:buChar char="•"/>
        <a:defRPr sz="1397" kern="1200">
          <a:solidFill>
            <a:schemeClr val="tx1"/>
          </a:solidFill>
          <a:latin typeface="+mn-lt"/>
          <a:ea typeface="+mn-ea"/>
          <a:cs typeface="+mn-cs"/>
        </a:defRPr>
      </a:lvl4pPr>
      <a:lvl5pPr marL="1596542" indent="-177394" algn="l" defTabSz="709574" rtl="0" eaLnBrk="1" latinLnBrk="0" hangingPunct="1">
        <a:lnSpc>
          <a:spcPct val="90000"/>
        </a:lnSpc>
        <a:spcBef>
          <a:spcPts val="388"/>
        </a:spcBef>
        <a:buFont typeface="Arial" panose="020B0604020202020204" pitchFamily="34" charset="0"/>
        <a:buChar char="•"/>
        <a:defRPr sz="1397" kern="1200">
          <a:solidFill>
            <a:schemeClr val="tx1"/>
          </a:solidFill>
          <a:latin typeface="+mn-lt"/>
          <a:ea typeface="+mn-ea"/>
          <a:cs typeface="+mn-cs"/>
        </a:defRPr>
      </a:lvl5pPr>
      <a:lvl6pPr marL="1951330" indent="-177394" algn="l" defTabSz="709574" rtl="0" eaLnBrk="1" latinLnBrk="0" hangingPunct="1">
        <a:lnSpc>
          <a:spcPct val="90000"/>
        </a:lnSpc>
        <a:spcBef>
          <a:spcPts val="388"/>
        </a:spcBef>
        <a:buFont typeface="Arial" panose="020B0604020202020204" pitchFamily="34" charset="0"/>
        <a:buChar char="•"/>
        <a:defRPr sz="1397" kern="1200">
          <a:solidFill>
            <a:schemeClr val="tx1"/>
          </a:solidFill>
          <a:latin typeface="+mn-lt"/>
          <a:ea typeface="+mn-ea"/>
          <a:cs typeface="+mn-cs"/>
        </a:defRPr>
      </a:lvl6pPr>
      <a:lvl7pPr marL="2306117" indent="-177394" algn="l" defTabSz="709574" rtl="0" eaLnBrk="1" latinLnBrk="0" hangingPunct="1">
        <a:lnSpc>
          <a:spcPct val="90000"/>
        </a:lnSpc>
        <a:spcBef>
          <a:spcPts val="388"/>
        </a:spcBef>
        <a:buFont typeface="Arial" panose="020B0604020202020204" pitchFamily="34" charset="0"/>
        <a:buChar char="•"/>
        <a:defRPr sz="1397" kern="1200">
          <a:solidFill>
            <a:schemeClr val="tx1"/>
          </a:solidFill>
          <a:latin typeface="+mn-lt"/>
          <a:ea typeface="+mn-ea"/>
          <a:cs typeface="+mn-cs"/>
        </a:defRPr>
      </a:lvl7pPr>
      <a:lvl8pPr marL="2660904" indent="-177394" algn="l" defTabSz="709574" rtl="0" eaLnBrk="1" latinLnBrk="0" hangingPunct="1">
        <a:lnSpc>
          <a:spcPct val="90000"/>
        </a:lnSpc>
        <a:spcBef>
          <a:spcPts val="388"/>
        </a:spcBef>
        <a:buFont typeface="Arial" panose="020B0604020202020204" pitchFamily="34" charset="0"/>
        <a:buChar char="•"/>
        <a:defRPr sz="1397" kern="1200">
          <a:solidFill>
            <a:schemeClr val="tx1"/>
          </a:solidFill>
          <a:latin typeface="+mn-lt"/>
          <a:ea typeface="+mn-ea"/>
          <a:cs typeface="+mn-cs"/>
        </a:defRPr>
      </a:lvl8pPr>
      <a:lvl9pPr marL="3015691" indent="-177394" algn="l" defTabSz="709574" rtl="0" eaLnBrk="1" latinLnBrk="0" hangingPunct="1">
        <a:lnSpc>
          <a:spcPct val="90000"/>
        </a:lnSpc>
        <a:spcBef>
          <a:spcPts val="388"/>
        </a:spcBef>
        <a:buFont typeface="Arial" panose="020B0604020202020204" pitchFamily="34" charset="0"/>
        <a:buChar char="•"/>
        <a:defRPr sz="139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09574" rtl="0" eaLnBrk="1" latinLnBrk="0" hangingPunct="1">
        <a:defRPr sz="1397" kern="1200">
          <a:solidFill>
            <a:schemeClr val="tx1"/>
          </a:solidFill>
          <a:latin typeface="+mn-lt"/>
          <a:ea typeface="+mn-ea"/>
          <a:cs typeface="+mn-cs"/>
        </a:defRPr>
      </a:lvl1pPr>
      <a:lvl2pPr marL="354787" algn="l" defTabSz="709574" rtl="0" eaLnBrk="1" latinLnBrk="0" hangingPunct="1">
        <a:defRPr sz="1397" kern="1200">
          <a:solidFill>
            <a:schemeClr val="tx1"/>
          </a:solidFill>
          <a:latin typeface="+mn-lt"/>
          <a:ea typeface="+mn-ea"/>
          <a:cs typeface="+mn-cs"/>
        </a:defRPr>
      </a:lvl2pPr>
      <a:lvl3pPr marL="709574" algn="l" defTabSz="709574" rtl="0" eaLnBrk="1" latinLnBrk="0" hangingPunct="1">
        <a:defRPr sz="1397" kern="1200">
          <a:solidFill>
            <a:schemeClr val="tx1"/>
          </a:solidFill>
          <a:latin typeface="+mn-lt"/>
          <a:ea typeface="+mn-ea"/>
          <a:cs typeface="+mn-cs"/>
        </a:defRPr>
      </a:lvl3pPr>
      <a:lvl4pPr marL="1064362" algn="l" defTabSz="709574" rtl="0" eaLnBrk="1" latinLnBrk="0" hangingPunct="1">
        <a:defRPr sz="1397" kern="1200">
          <a:solidFill>
            <a:schemeClr val="tx1"/>
          </a:solidFill>
          <a:latin typeface="+mn-lt"/>
          <a:ea typeface="+mn-ea"/>
          <a:cs typeface="+mn-cs"/>
        </a:defRPr>
      </a:lvl4pPr>
      <a:lvl5pPr marL="1419149" algn="l" defTabSz="709574" rtl="0" eaLnBrk="1" latinLnBrk="0" hangingPunct="1">
        <a:defRPr sz="1397" kern="1200">
          <a:solidFill>
            <a:schemeClr val="tx1"/>
          </a:solidFill>
          <a:latin typeface="+mn-lt"/>
          <a:ea typeface="+mn-ea"/>
          <a:cs typeface="+mn-cs"/>
        </a:defRPr>
      </a:lvl5pPr>
      <a:lvl6pPr marL="1773936" algn="l" defTabSz="709574" rtl="0" eaLnBrk="1" latinLnBrk="0" hangingPunct="1">
        <a:defRPr sz="1397" kern="1200">
          <a:solidFill>
            <a:schemeClr val="tx1"/>
          </a:solidFill>
          <a:latin typeface="+mn-lt"/>
          <a:ea typeface="+mn-ea"/>
          <a:cs typeface="+mn-cs"/>
        </a:defRPr>
      </a:lvl6pPr>
      <a:lvl7pPr marL="2128723" algn="l" defTabSz="709574" rtl="0" eaLnBrk="1" latinLnBrk="0" hangingPunct="1">
        <a:defRPr sz="1397" kern="1200">
          <a:solidFill>
            <a:schemeClr val="tx1"/>
          </a:solidFill>
          <a:latin typeface="+mn-lt"/>
          <a:ea typeface="+mn-ea"/>
          <a:cs typeface="+mn-cs"/>
        </a:defRPr>
      </a:lvl7pPr>
      <a:lvl8pPr marL="2483510" algn="l" defTabSz="709574" rtl="0" eaLnBrk="1" latinLnBrk="0" hangingPunct="1">
        <a:defRPr sz="1397" kern="1200">
          <a:solidFill>
            <a:schemeClr val="tx1"/>
          </a:solidFill>
          <a:latin typeface="+mn-lt"/>
          <a:ea typeface="+mn-ea"/>
          <a:cs typeface="+mn-cs"/>
        </a:defRPr>
      </a:lvl8pPr>
      <a:lvl9pPr marL="2838298" algn="l" defTabSz="709574" rtl="0" eaLnBrk="1" latinLnBrk="0" hangingPunct="1">
        <a:defRPr sz="139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F6551C-FEBF-984A-AED1-6FEBDE95B3A2}"/>
              </a:ext>
            </a:extLst>
          </p:cNvPr>
          <p:cNvSpPr/>
          <p:nvPr/>
        </p:nvSpPr>
        <p:spPr>
          <a:xfrm>
            <a:off x="0" y="0"/>
            <a:ext cx="7096125" cy="4997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4E62A2-3AAD-DA49-BBBF-C19AB5492E11}"/>
              </a:ext>
            </a:extLst>
          </p:cNvPr>
          <p:cNvSpPr txBox="1"/>
          <p:nvPr/>
        </p:nvSpPr>
        <p:spPr>
          <a:xfrm>
            <a:off x="4817429" y="125880"/>
            <a:ext cx="723014" cy="25391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45720" rIns="45720" rtlCol="0" anchor="ctr">
            <a:spAutoFit/>
          </a:bodyPr>
          <a:lstStyle/>
          <a:p>
            <a:pPr algn="ctr"/>
            <a:r>
              <a:rPr lang="en-US" sz="1050" b="1"/>
              <a:t>Book Now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8231769-8358-E243-B575-37957B150013}"/>
              </a:ext>
            </a:extLst>
          </p:cNvPr>
          <p:cNvSpPr/>
          <p:nvPr/>
        </p:nvSpPr>
        <p:spPr>
          <a:xfrm>
            <a:off x="0" y="10633"/>
            <a:ext cx="531628" cy="48909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Logo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370725-9517-AE44-99D0-1EB2852492FB}"/>
              </a:ext>
            </a:extLst>
          </p:cNvPr>
          <p:cNvSpPr txBox="1"/>
          <p:nvPr/>
        </p:nvSpPr>
        <p:spPr>
          <a:xfrm>
            <a:off x="4081102" y="125880"/>
            <a:ext cx="723014" cy="25391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45720" rIns="45720" rtlCol="0" anchor="ctr">
            <a:spAutoFit/>
          </a:bodyPr>
          <a:lstStyle/>
          <a:p>
            <a:pPr algn="ctr"/>
            <a:r>
              <a:rPr lang="en-US" sz="1050" b="1"/>
              <a:t>Explore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D48F2B-A757-E644-8959-FDA39CBA33B0}"/>
              </a:ext>
            </a:extLst>
          </p:cNvPr>
          <p:cNvSpPr txBox="1"/>
          <p:nvPr/>
        </p:nvSpPr>
        <p:spPr>
          <a:xfrm>
            <a:off x="5540443" y="126448"/>
            <a:ext cx="823529" cy="25391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45720" rIns="45720" rtlCol="0" anchor="ctr">
            <a:spAutoFit/>
          </a:bodyPr>
          <a:lstStyle/>
          <a:p>
            <a:pPr algn="ctr"/>
            <a:r>
              <a:rPr lang="en-US" sz="1050" b="1"/>
              <a:t>Shop Online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851E86-4DF4-3A4B-B73B-4E4F99C4E40C}"/>
              </a:ext>
            </a:extLst>
          </p:cNvPr>
          <p:cNvSpPr txBox="1"/>
          <p:nvPr/>
        </p:nvSpPr>
        <p:spPr>
          <a:xfrm>
            <a:off x="6352972" y="125880"/>
            <a:ext cx="639231" cy="25391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45720" rIns="45720" rtlCol="0" anchor="ctr">
            <a:spAutoFit/>
          </a:bodyPr>
          <a:lstStyle/>
          <a:p>
            <a:pPr algn="ctr"/>
            <a:r>
              <a:rPr lang="en-US" sz="1050" b="1"/>
              <a:t>Help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368840-4824-7E4B-8652-B220FCE46802}"/>
              </a:ext>
            </a:extLst>
          </p:cNvPr>
          <p:cNvSpPr/>
          <p:nvPr/>
        </p:nvSpPr>
        <p:spPr>
          <a:xfrm>
            <a:off x="0" y="499731"/>
            <a:ext cx="7096125" cy="1935125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&lt;Slide Show Photo Attractions&gt;</a:t>
            </a:r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id="{E9AC81C2-FB8A-B74F-B612-19983FAF028B}"/>
              </a:ext>
            </a:extLst>
          </p:cNvPr>
          <p:cNvSpPr/>
          <p:nvPr/>
        </p:nvSpPr>
        <p:spPr>
          <a:xfrm rot="5400000">
            <a:off x="6721638" y="1371600"/>
            <a:ext cx="349743" cy="191386"/>
          </a:xfrm>
          <a:prstGeom prst="triangl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E66BD6C9-565B-E546-A524-67A61EE54CD5}"/>
              </a:ext>
            </a:extLst>
          </p:cNvPr>
          <p:cNvSpPr/>
          <p:nvPr/>
        </p:nvSpPr>
        <p:spPr>
          <a:xfrm rot="5400000" flipH="1" flipV="1">
            <a:off x="27145" y="1371600"/>
            <a:ext cx="349743" cy="191386"/>
          </a:xfrm>
          <a:prstGeom prst="triangl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4B99F7-A4BB-E944-88FE-9334CB4A5806}"/>
              </a:ext>
            </a:extLst>
          </p:cNvPr>
          <p:cNvSpPr/>
          <p:nvPr/>
        </p:nvSpPr>
        <p:spPr>
          <a:xfrm>
            <a:off x="0" y="2434855"/>
            <a:ext cx="1723859" cy="62732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/>
              <a:t>Day TIcket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07B274-17D1-4140-BAD9-D3EB4DA00A5B}"/>
              </a:ext>
            </a:extLst>
          </p:cNvPr>
          <p:cNvSpPr/>
          <p:nvPr/>
        </p:nvSpPr>
        <p:spPr>
          <a:xfrm>
            <a:off x="202015" y="711131"/>
            <a:ext cx="2706661" cy="13540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AU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Attractions</a:t>
            </a:r>
            <a:endParaRPr lang="en-US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AU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Aqua Experience</a:t>
            </a:r>
            <a:endParaRPr lang="en-US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AU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Flora &amp; Fauna Experience</a:t>
            </a:r>
            <a:endParaRPr lang="en-US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AU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Sky Experience</a:t>
            </a:r>
            <a:endParaRPr lang="en-US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AU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Fire Experience</a:t>
            </a:r>
            <a:endParaRPr lang="en-US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AU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Energy Experience</a:t>
            </a:r>
            <a:endParaRPr lang="en-US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EF70E9-D74E-484C-BCAA-0726F9D45DA7}"/>
              </a:ext>
            </a:extLst>
          </p:cNvPr>
          <p:cNvSpPr/>
          <p:nvPr/>
        </p:nvSpPr>
        <p:spPr>
          <a:xfrm>
            <a:off x="1723859" y="2434855"/>
            <a:ext cx="1700057" cy="62732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/>
              <a:t>Group Ticket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194A40-2C74-1149-8862-A3E2DAC30DCC}"/>
              </a:ext>
            </a:extLst>
          </p:cNvPr>
          <p:cNvSpPr/>
          <p:nvPr/>
        </p:nvSpPr>
        <p:spPr>
          <a:xfrm>
            <a:off x="3406594" y="2434855"/>
            <a:ext cx="1840699" cy="62732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/>
              <a:t>Annual Pass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FA44C9-3ECD-F149-8FD1-D3CEDCBEA72F}"/>
              </a:ext>
            </a:extLst>
          </p:cNvPr>
          <p:cNvSpPr/>
          <p:nvPr/>
        </p:nvSpPr>
        <p:spPr>
          <a:xfrm>
            <a:off x="0" y="3094160"/>
            <a:ext cx="2286000" cy="17649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/>
              <a:t>Special Events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C11007-3812-A041-AC48-7911EF28A135}"/>
              </a:ext>
            </a:extLst>
          </p:cNvPr>
          <p:cNvSpPr/>
          <p:nvPr/>
        </p:nvSpPr>
        <p:spPr>
          <a:xfrm>
            <a:off x="2286000" y="3094160"/>
            <a:ext cx="2309531" cy="17649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/>
              <a:t>Planned Activities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CBA05C0-FF3E-784F-AA83-6E15E904082C}"/>
              </a:ext>
            </a:extLst>
          </p:cNvPr>
          <p:cNvSpPr/>
          <p:nvPr/>
        </p:nvSpPr>
        <p:spPr>
          <a:xfrm>
            <a:off x="4595531" y="3094160"/>
            <a:ext cx="2500594" cy="17649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/>
              <a:t>Schools and Groups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FCBABEA-EB62-6241-9B87-5BD92B7EE356}"/>
              </a:ext>
            </a:extLst>
          </p:cNvPr>
          <p:cNvSpPr/>
          <p:nvPr/>
        </p:nvSpPr>
        <p:spPr>
          <a:xfrm>
            <a:off x="-3" y="6624544"/>
            <a:ext cx="7096125" cy="8187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/>
              <a:t>Footer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D91E2F8-A49A-3B42-8B4D-41CD7AB50C16}"/>
              </a:ext>
            </a:extLst>
          </p:cNvPr>
          <p:cNvSpPr/>
          <p:nvPr/>
        </p:nvSpPr>
        <p:spPr>
          <a:xfrm>
            <a:off x="0" y="4859622"/>
            <a:ext cx="2286000" cy="17649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/>
              <a:t>Special Offers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A1D4E5F-C9F4-6541-AB71-9D71060BAC98}"/>
              </a:ext>
            </a:extLst>
          </p:cNvPr>
          <p:cNvSpPr/>
          <p:nvPr/>
        </p:nvSpPr>
        <p:spPr>
          <a:xfrm>
            <a:off x="2286000" y="4859622"/>
            <a:ext cx="2309531" cy="17649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/>
              <a:t>Annual Programme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F7A77EB-2533-7640-829E-036EBD436609}"/>
              </a:ext>
            </a:extLst>
          </p:cNvPr>
          <p:cNvSpPr/>
          <p:nvPr/>
        </p:nvSpPr>
        <p:spPr>
          <a:xfrm>
            <a:off x="4595531" y="4859622"/>
            <a:ext cx="2500594" cy="17649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/>
              <a:t>Park Surrounding</a:t>
            </a:r>
          </a:p>
          <a:p>
            <a:pPr algn="ctr"/>
            <a:r>
              <a:rPr lang="en-US" sz="1400"/>
              <a:t>Information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8108D1D-EDB9-2749-B92B-FC9EAF4E729B}"/>
              </a:ext>
            </a:extLst>
          </p:cNvPr>
          <p:cNvSpPr txBox="1"/>
          <p:nvPr/>
        </p:nvSpPr>
        <p:spPr>
          <a:xfrm>
            <a:off x="70598" y="6898439"/>
            <a:ext cx="836097" cy="25391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rtlCol="0" anchor="ctr">
            <a:spAutoFit/>
          </a:bodyPr>
          <a:lstStyle/>
          <a:p>
            <a:pPr algn="ctr"/>
            <a:r>
              <a:rPr lang="en-US" sz="1050" b="1"/>
              <a:t>Information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C34DC6-132B-FC43-846C-C5FF4AD3DBC7}"/>
              </a:ext>
            </a:extLst>
          </p:cNvPr>
          <p:cNvSpPr txBox="1"/>
          <p:nvPr/>
        </p:nvSpPr>
        <p:spPr>
          <a:xfrm>
            <a:off x="4797551" y="6916067"/>
            <a:ext cx="723014" cy="25391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rtlCol="0" anchor="ctr">
            <a:spAutoFit/>
          </a:bodyPr>
          <a:lstStyle/>
          <a:p>
            <a:pPr algn="ctr"/>
            <a:r>
              <a:rPr lang="en-US" sz="1050" b="1"/>
              <a:t>Contact Us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48BD83-197C-FC4B-A868-0DBF35D803E4}"/>
              </a:ext>
            </a:extLst>
          </p:cNvPr>
          <p:cNvSpPr txBox="1"/>
          <p:nvPr/>
        </p:nvSpPr>
        <p:spPr>
          <a:xfrm>
            <a:off x="977296" y="6898439"/>
            <a:ext cx="1276849" cy="25391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rtlCol="0" anchor="ctr">
            <a:spAutoFit/>
          </a:bodyPr>
          <a:lstStyle/>
          <a:p>
            <a:pPr algn="ctr"/>
            <a:r>
              <a:rPr lang="en-US" sz="1050" b="1"/>
              <a:t>Sign Up Newsletter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FEFA7B4-EFF0-7447-B407-D9CD53E8C424}"/>
              </a:ext>
            </a:extLst>
          </p:cNvPr>
          <p:cNvSpPr txBox="1"/>
          <p:nvPr/>
        </p:nvSpPr>
        <p:spPr>
          <a:xfrm>
            <a:off x="5430292" y="6916068"/>
            <a:ext cx="912133" cy="25391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rtlCol="0" anchor="ctr">
            <a:spAutoFit/>
          </a:bodyPr>
          <a:lstStyle/>
          <a:p>
            <a:pPr algn="ctr"/>
            <a:r>
              <a:rPr lang="en-US" sz="1050" b="1"/>
              <a:t>About Us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2093E48-7B46-D748-A9E6-F704D7C8DA67}"/>
              </a:ext>
            </a:extLst>
          </p:cNvPr>
          <p:cNvSpPr txBox="1"/>
          <p:nvPr/>
        </p:nvSpPr>
        <p:spPr>
          <a:xfrm>
            <a:off x="6064355" y="6916068"/>
            <a:ext cx="823529" cy="25391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rtlCol="0" anchor="ctr">
            <a:spAutoFit/>
          </a:bodyPr>
          <a:lstStyle/>
          <a:p>
            <a:pPr algn="ctr"/>
            <a:r>
              <a:rPr lang="en-US" sz="1050" b="1"/>
              <a:t>Credits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12C433C-1C3C-B848-9FDA-673268B0E078}"/>
              </a:ext>
            </a:extLst>
          </p:cNvPr>
          <p:cNvSpPr txBox="1"/>
          <p:nvPr/>
        </p:nvSpPr>
        <p:spPr>
          <a:xfrm>
            <a:off x="781493" y="52749"/>
            <a:ext cx="723014" cy="41549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rtlCol="0" anchor="ctr">
            <a:spAutoFit/>
          </a:bodyPr>
          <a:lstStyle/>
          <a:p>
            <a:pPr algn="ctr"/>
            <a:r>
              <a:rPr lang="en-US" sz="1050" b="1"/>
              <a:t>Main Menu</a:t>
            </a:r>
          </a:p>
        </p:txBody>
      </p:sp>
      <p:cxnSp>
        <p:nvCxnSpPr>
          <p:cNvPr id="27" name="Соединительная линия уступом 26">
            <a:extLst>
              <a:ext uri="{FF2B5EF4-FFF2-40B4-BE49-F238E27FC236}">
                <a16:creationId xmlns:a16="http://schemas.microsoft.com/office/drawing/2014/main" id="{9F99EC95-54B6-E04B-9E86-E50441739E10}"/>
              </a:ext>
            </a:extLst>
          </p:cNvPr>
          <p:cNvCxnSpPr>
            <a:cxnSpLocks/>
          </p:cNvCxnSpPr>
          <p:nvPr/>
        </p:nvCxnSpPr>
        <p:spPr>
          <a:xfrm>
            <a:off x="7140428" y="205639"/>
            <a:ext cx="594921" cy="5485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94BD0D9-07DA-CB4E-B12A-26F4952EBB67}"/>
              </a:ext>
            </a:extLst>
          </p:cNvPr>
          <p:cNvSpPr txBox="1"/>
          <p:nvPr/>
        </p:nvSpPr>
        <p:spPr>
          <a:xfrm>
            <a:off x="7723162" y="-1314796"/>
            <a:ext cx="2844970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" dirty="0"/>
              <a:t>&lt;nav&gt;</a:t>
            </a:r>
          </a:p>
          <a:p>
            <a:r>
              <a:rPr lang="en" dirty="0"/>
              <a:t>  &lt;div&gt;</a:t>
            </a:r>
          </a:p>
          <a:p>
            <a:r>
              <a:rPr lang="en" dirty="0"/>
              <a:t>    &lt;a&gt;&lt;</a:t>
            </a:r>
            <a:r>
              <a:rPr lang="en" dirty="0" err="1"/>
              <a:t>img</a:t>
            </a:r>
            <a:r>
              <a:rPr lang="en" dirty="0"/>
              <a:t>/&gt;&lt;/a&gt;</a:t>
            </a:r>
          </a:p>
          <a:p>
            <a:r>
              <a:rPr lang="en" dirty="0"/>
              <a:t>    &lt;ul&gt;</a:t>
            </a:r>
          </a:p>
          <a:p>
            <a:r>
              <a:rPr lang="en" dirty="0"/>
              <a:t>     &lt;li&gt;&lt;a&gt;&lt;/a&gt;&lt;/li&gt; - 6 times</a:t>
            </a:r>
          </a:p>
          <a:p>
            <a:r>
              <a:rPr lang="en" dirty="0"/>
              <a:t>    &lt;/ul&gt;</a:t>
            </a:r>
          </a:p>
          <a:p>
            <a:r>
              <a:rPr lang="en" dirty="0"/>
              <a:t>  &lt;/div&gt;</a:t>
            </a:r>
          </a:p>
          <a:p>
            <a:r>
              <a:rPr lang="en" dirty="0"/>
              <a:t>&lt;/nav&gt;</a:t>
            </a:r>
          </a:p>
        </p:txBody>
      </p:sp>
      <p:cxnSp>
        <p:nvCxnSpPr>
          <p:cNvPr id="37" name="Соединительная линия уступом 36">
            <a:extLst>
              <a:ext uri="{FF2B5EF4-FFF2-40B4-BE49-F238E27FC236}">
                <a16:creationId xmlns:a16="http://schemas.microsoft.com/office/drawing/2014/main" id="{8BDAD2C5-FD2D-BC49-ACE6-3492C83A476D}"/>
              </a:ext>
            </a:extLst>
          </p:cNvPr>
          <p:cNvCxnSpPr>
            <a:cxnSpLocks/>
          </p:cNvCxnSpPr>
          <p:nvPr/>
        </p:nvCxnSpPr>
        <p:spPr>
          <a:xfrm rot="10800000">
            <a:off x="-623288" y="1283861"/>
            <a:ext cx="608490" cy="10328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9546348C-8281-2746-9D98-4E5E8C090915}"/>
              </a:ext>
            </a:extLst>
          </p:cNvPr>
          <p:cNvSpPr txBox="1"/>
          <p:nvPr/>
        </p:nvSpPr>
        <p:spPr>
          <a:xfrm>
            <a:off x="-2424562" y="-285800"/>
            <a:ext cx="1840699" cy="31393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" dirty="0"/>
              <a:t>&lt;section&gt;  </a:t>
            </a:r>
          </a:p>
          <a:p>
            <a:r>
              <a:rPr lang="en" dirty="0"/>
              <a:t>   &lt;ul&gt;</a:t>
            </a:r>
          </a:p>
          <a:p>
            <a:r>
              <a:rPr lang="en" dirty="0"/>
              <a:t>      &lt;li&gt;</a:t>
            </a:r>
          </a:p>
          <a:p>
            <a:r>
              <a:rPr lang="en" dirty="0"/>
              <a:t>         &lt;</a:t>
            </a:r>
            <a:r>
              <a:rPr lang="en" dirty="0" err="1"/>
              <a:t>img</a:t>
            </a:r>
            <a:r>
              <a:rPr lang="en" dirty="0"/>
              <a:t>/&gt;</a:t>
            </a:r>
          </a:p>
          <a:p>
            <a:r>
              <a:rPr lang="en" dirty="0"/>
              <a:t>         &lt;div&gt;</a:t>
            </a:r>
          </a:p>
          <a:p>
            <a:r>
              <a:rPr lang="en" dirty="0"/>
              <a:t>            &lt;h2&gt;&lt;/h2&gt;</a:t>
            </a:r>
          </a:p>
          <a:p>
            <a:r>
              <a:rPr lang="en" dirty="0"/>
              <a:t>            &lt;a&gt;&lt;/a&gt;</a:t>
            </a:r>
          </a:p>
          <a:p>
            <a:r>
              <a:rPr lang="en" dirty="0"/>
              <a:t>         &lt;/div&gt;</a:t>
            </a:r>
          </a:p>
          <a:p>
            <a:r>
              <a:rPr lang="en" dirty="0"/>
              <a:t>      &lt;/li&gt;</a:t>
            </a:r>
          </a:p>
          <a:p>
            <a:r>
              <a:rPr lang="en" dirty="0"/>
              <a:t>   &lt;/ul&gt;</a:t>
            </a:r>
          </a:p>
          <a:p>
            <a:r>
              <a:rPr lang="en" dirty="0"/>
              <a:t>&lt;/section&gt;</a:t>
            </a:r>
          </a:p>
        </p:txBody>
      </p:sp>
      <p:sp>
        <p:nvSpPr>
          <p:cNvPr id="40" name="Открывающая фигурная скобка 39">
            <a:extLst>
              <a:ext uri="{FF2B5EF4-FFF2-40B4-BE49-F238E27FC236}">
                <a16:creationId xmlns:a16="http://schemas.microsoft.com/office/drawing/2014/main" id="{DFE9F418-6A82-204E-A8A4-5720DEE0676A}"/>
              </a:ext>
            </a:extLst>
          </p:cNvPr>
          <p:cNvSpPr/>
          <p:nvPr/>
        </p:nvSpPr>
        <p:spPr>
          <a:xfrm>
            <a:off x="-2932819" y="-285800"/>
            <a:ext cx="404335" cy="313932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297F5C8-C61F-BC4A-AAD3-195B410EB9CB}"/>
              </a:ext>
            </a:extLst>
          </p:cNvPr>
          <p:cNvSpPr txBox="1"/>
          <p:nvPr/>
        </p:nvSpPr>
        <p:spPr>
          <a:xfrm>
            <a:off x="-3770035" y="1099194"/>
            <a:ext cx="889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6 times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42" name="Соединительная линия уступом 41">
            <a:extLst>
              <a:ext uri="{FF2B5EF4-FFF2-40B4-BE49-F238E27FC236}">
                <a16:creationId xmlns:a16="http://schemas.microsoft.com/office/drawing/2014/main" id="{70C6CC57-E081-7F4F-87E4-BFFD63CE7B1F}"/>
              </a:ext>
            </a:extLst>
          </p:cNvPr>
          <p:cNvCxnSpPr>
            <a:cxnSpLocks/>
            <a:endCxn id="43" idx="1"/>
          </p:cNvCxnSpPr>
          <p:nvPr/>
        </p:nvCxnSpPr>
        <p:spPr>
          <a:xfrm rot="16200000" flipH="1">
            <a:off x="7136188" y="2902120"/>
            <a:ext cx="780976" cy="39296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957F6881-41A3-6C4E-AEDC-5E8A4D8CEF50}"/>
              </a:ext>
            </a:extLst>
          </p:cNvPr>
          <p:cNvSpPr txBox="1"/>
          <p:nvPr/>
        </p:nvSpPr>
        <p:spPr>
          <a:xfrm>
            <a:off x="7723161" y="1780933"/>
            <a:ext cx="3474491" cy="34163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" dirty="0"/>
              <a:t>&lt;section&gt;</a:t>
            </a:r>
          </a:p>
          <a:p>
            <a:r>
              <a:rPr lang="en" dirty="0"/>
              <a:t>   &lt;div&gt;</a:t>
            </a:r>
          </a:p>
          <a:p>
            <a:r>
              <a:rPr lang="en" dirty="0"/>
              <a:t>      &lt;div&gt;</a:t>
            </a:r>
          </a:p>
          <a:p>
            <a:r>
              <a:rPr lang="en" dirty="0"/>
              <a:t>         &lt;div&gt;</a:t>
            </a:r>
          </a:p>
          <a:p>
            <a:r>
              <a:rPr lang="en" dirty="0"/>
              <a:t>            &lt;a&gt;&lt;h2&gt;&lt;/h2&gt;&lt;/a&gt; - 3 times</a:t>
            </a:r>
          </a:p>
          <a:p>
            <a:r>
              <a:rPr lang="en" dirty="0"/>
              <a:t>         &lt;/div&gt;</a:t>
            </a:r>
          </a:p>
          <a:p>
            <a:r>
              <a:rPr lang="en" dirty="0"/>
              <a:t>      &lt;/div&gt;</a:t>
            </a:r>
          </a:p>
          <a:p>
            <a:r>
              <a:rPr lang="en" dirty="0"/>
              <a:t>      &lt;div&gt;</a:t>
            </a:r>
          </a:p>
          <a:p>
            <a:r>
              <a:rPr lang="en" dirty="0"/>
              <a:t>         &lt;a&gt;&lt;h2&gt;&lt;/h2&gt;&lt;/a&gt;</a:t>
            </a:r>
          </a:p>
          <a:p>
            <a:r>
              <a:rPr lang="en" dirty="0"/>
              <a:t>      &lt;/div&gt;</a:t>
            </a:r>
          </a:p>
          <a:p>
            <a:r>
              <a:rPr lang="en" dirty="0"/>
              <a:t>   &lt;/div&gt;</a:t>
            </a:r>
          </a:p>
          <a:p>
            <a:r>
              <a:rPr lang="en" dirty="0"/>
              <a:t>&lt;/section&gt;</a:t>
            </a:r>
          </a:p>
        </p:txBody>
      </p:sp>
      <p:sp>
        <p:nvSpPr>
          <p:cNvPr id="45" name="Закрывающая фигурная скобка 44">
            <a:extLst>
              <a:ext uri="{FF2B5EF4-FFF2-40B4-BE49-F238E27FC236}">
                <a16:creationId xmlns:a16="http://schemas.microsoft.com/office/drawing/2014/main" id="{62F4590D-8EA5-B54A-8B42-8B2903CE6CD3}"/>
              </a:ext>
            </a:extLst>
          </p:cNvPr>
          <p:cNvSpPr/>
          <p:nvPr/>
        </p:nvSpPr>
        <p:spPr>
          <a:xfrm>
            <a:off x="7161020" y="2454887"/>
            <a:ext cx="169170" cy="62732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6" name="Соединительная линия уступом 45">
            <a:extLst>
              <a:ext uri="{FF2B5EF4-FFF2-40B4-BE49-F238E27FC236}">
                <a16:creationId xmlns:a16="http://schemas.microsoft.com/office/drawing/2014/main" id="{B91612B8-5BE5-394A-B9A7-C66B34BDB42F}"/>
              </a:ext>
            </a:extLst>
          </p:cNvPr>
          <p:cNvCxnSpPr>
            <a:cxnSpLocks/>
            <a:stCxn id="47" idx="1"/>
            <a:endCxn id="48" idx="3"/>
          </p:cNvCxnSpPr>
          <p:nvPr/>
        </p:nvCxnSpPr>
        <p:spPr>
          <a:xfrm rot="10800000" flipV="1">
            <a:off x="-917153" y="5561080"/>
            <a:ext cx="612909" cy="101763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Открывающая фигурная скобка 46">
            <a:extLst>
              <a:ext uri="{FF2B5EF4-FFF2-40B4-BE49-F238E27FC236}">
                <a16:creationId xmlns:a16="http://schemas.microsoft.com/office/drawing/2014/main" id="{7EA11999-122E-8B43-8F50-AAF5AB6735B6}"/>
              </a:ext>
            </a:extLst>
          </p:cNvPr>
          <p:cNvSpPr/>
          <p:nvPr/>
        </p:nvSpPr>
        <p:spPr>
          <a:xfrm>
            <a:off x="-304245" y="3678907"/>
            <a:ext cx="233642" cy="376434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EFCF032-11D6-CF4E-A702-DA963C09EA60}"/>
              </a:ext>
            </a:extLst>
          </p:cNvPr>
          <p:cNvSpPr txBox="1"/>
          <p:nvPr/>
        </p:nvSpPr>
        <p:spPr>
          <a:xfrm>
            <a:off x="-4467068" y="3208556"/>
            <a:ext cx="3549914" cy="674030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" dirty="0"/>
              <a:t>&lt;section&gt;</a:t>
            </a:r>
          </a:p>
          <a:p>
            <a:r>
              <a:rPr lang="en" dirty="0"/>
              <a:t>   &lt;div&gt;</a:t>
            </a:r>
          </a:p>
          <a:p>
            <a:r>
              <a:rPr lang="en" dirty="0"/>
              <a:t>      &lt;ul&gt;</a:t>
            </a:r>
          </a:p>
          <a:p>
            <a:r>
              <a:rPr lang="en" dirty="0"/>
              <a:t>         &lt;li&gt;</a:t>
            </a:r>
          </a:p>
          <a:p>
            <a:r>
              <a:rPr lang="en" dirty="0"/>
              <a:t>            &lt;</a:t>
            </a:r>
            <a:r>
              <a:rPr lang="en" dirty="0" err="1"/>
              <a:t>img</a:t>
            </a:r>
            <a:r>
              <a:rPr lang="en" dirty="0"/>
              <a:t>/&gt;</a:t>
            </a:r>
          </a:p>
          <a:p>
            <a:r>
              <a:rPr lang="en" dirty="0"/>
              <a:t>            &lt;div&gt;</a:t>
            </a:r>
          </a:p>
          <a:p>
            <a:r>
              <a:rPr lang="en" dirty="0"/>
              <a:t>               &lt;h2&gt;&lt;/h2&gt; - 3 times</a:t>
            </a:r>
          </a:p>
          <a:p>
            <a:r>
              <a:rPr lang="en" dirty="0"/>
              <a:t>               &lt;p&gt;&lt;/p&gt;</a:t>
            </a:r>
          </a:p>
          <a:p>
            <a:r>
              <a:rPr lang="en" dirty="0"/>
              <a:t>               &lt;a&gt;&lt;/a&gt;</a:t>
            </a:r>
          </a:p>
          <a:p>
            <a:r>
              <a:rPr lang="en" dirty="0"/>
              <a:t>            &lt;/div&gt;</a:t>
            </a:r>
          </a:p>
          <a:p>
            <a:r>
              <a:rPr lang="en" dirty="0"/>
              <a:t>          &lt;/li&gt;</a:t>
            </a:r>
          </a:p>
          <a:p>
            <a:r>
              <a:rPr lang="en" dirty="0"/>
              <a:t>       &lt;/ul&gt;</a:t>
            </a:r>
          </a:p>
          <a:p>
            <a:r>
              <a:rPr lang="en" dirty="0"/>
              <a:t>   &lt;/div&gt;</a:t>
            </a:r>
          </a:p>
          <a:p>
            <a:r>
              <a:rPr lang="en" dirty="0"/>
              <a:t>   &lt;div&gt;</a:t>
            </a:r>
          </a:p>
          <a:p>
            <a:r>
              <a:rPr lang="en" dirty="0"/>
              <a:t>      &lt;div&gt;</a:t>
            </a:r>
          </a:p>
          <a:p>
            <a:r>
              <a:rPr lang="en" dirty="0"/>
              <a:t>         &lt;div&gt;</a:t>
            </a:r>
          </a:p>
          <a:p>
            <a:r>
              <a:rPr lang="en" dirty="0"/>
              <a:t>            &lt;</a:t>
            </a:r>
            <a:r>
              <a:rPr lang="en" dirty="0" err="1"/>
              <a:t>img</a:t>
            </a:r>
            <a:r>
              <a:rPr lang="en" dirty="0"/>
              <a:t>/&gt;</a:t>
            </a:r>
          </a:p>
          <a:p>
            <a:r>
              <a:rPr lang="en" dirty="0"/>
              <a:t>         &lt;/div&gt;</a:t>
            </a:r>
          </a:p>
          <a:p>
            <a:r>
              <a:rPr lang="en" dirty="0"/>
              <a:t>         &lt;div&gt;</a:t>
            </a:r>
          </a:p>
          <a:p>
            <a:r>
              <a:rPr lang="en" dirty="0"/>
              <a:t>            &lt;a&gt;&lt;h3&gt;&lt;/h3&gt;&lt;/a&gt; - 6 times</a:t>
            </a:r>
          </a:p>
          <a:p>
            <a:r>
              <a:rPr lang="en" dirty="0"/>
              <a:t>         &lt;/div&gt;</a:t>
            </a:r>
          </a:p>
          <a:p>
            <a:r>
              <a:rPr lang="en" dirty="0"/>
              <a:t>      &lt;/div&gt;</a:t>
            </a:r>
          </a:p>
          <a:p>
            <a:r>
              <a:rPr lang="en" dirty="0"/>
              <a:t>   &lt;/div&gt;</a:t>
            </a:r>
          </a:p>
          <a:p>
            <a:r>
              <a:rPr lang="en" dirty="0"/>
              <a:t>&lt;/section&gt;</a:t>
            </a:r>
          </a:p>
        </p:txBody>
      </p:sp>
      <p:sp>
        <p:nvSpPr>
          <p:cNvPr id="50" name="Скругленный прямоугольник 49">
            <a:extLst>
              <a:ext uri="{FF2B5EF4-FFF2-40B4-BE49-F238E27FC236}">
                <a16:creationId xmlns:a16="http://schemas.microsoft.com/office/drawing/2014/main" id="{263B9856-3496-474B-AFA5-9D196120488D}"/>
              </a:ext>
            </a:extLst>
          </p:cNvPr>
          <p:cNvSpPr/>
          <p:nvPr/>
        </p:nvSpPr>
        <p:spPr>
          <a:xfrm>
            <a:off x="8049718" y="2653259"/>
            <a:ext cx="2203554" cy="824459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Скругленный прямоугольник 50">
            <a:extLst>
              <a:ext uri="{FF2B5EF4-FFF2-40B4-BE49-F238E27FC236}">
                <a16:creationId xmlns:a16="http://schemas.microsoft.com/office/drawing/2014/main" id="{F25E45EA-D38A-7946-98F2-5E75A16909AC}"/>
              </a:ext>
            </a:extLst>
          </p:cNvPr>
          <p:cNvSpPr/>
          <p:nvPr/>
        </p:nvSpPr>
        <p:spPr>
          <a:xfrm>
            <a:off x="-3915345" y="4058935"/>
            <a:ext cx="1386861" cy="2233535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Скругленный прямоугольник 53">
            <a:extLst>
              <a:ext uri="{FF2B5EF4-FFF2-40B4-BE49-F238E27FC236}">
                <a16:creationId xmlns:a16="http://schemas.microsoft.com/office/drawing/2014/main" id="{227A11AF-2E40-A641-8998-E5DA3EE5FC7F}"/>
              </a:ext>
            </a:extLst>
          </p:cNvPr>
          <p:cNvSpPr/>
          <p:nvPr/>
        </p:nvSpPr>
        <p:spPr>
          <a:xfrm>
            <a:off x="-4221127" y="7089626"/>
            <a:ext cx="2272406" cy="2233535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5" name="Соединительная линия уступом 54">
            <a:extLst>
              <a:ext uri="{FF2B5EF4-FFF2-40B4-BE49-F238E27FC236}">
                <a16:creationId xmlns:a16="http://schemas.microsoft.com/office/drawing/2014/main" id="{B2DAC5F0-47D1-4349-B35E-8117924B2C34}"/>
              </a:ext>
            </a:extLst>
          </p:cNvPr>
          <p:cNvCxnSpPr>
            <a:cxnSpLocks/>
          </p:cNvCxnSpPr>
          <p:nvPr/>
        </p:nvCxnSpPr>
        <p:spPr>
          <a:xfrm>
            <a:off x="7095458" y="7047646"/>
            <a:ext cx="594921" cy="5485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C115E2BC-97C6-E446-BC73-C5FFE58BD939}"/>
              </a:ext>
            </a:extLst>
          </p:cNvPr>
          <p:cNvSpPr txBox="1"/>
          <p:nvPr/>
        </p:nvSpPr>
        <p:spPr>
          <a:xfrm>
            <a:off x="7689506" y="5474454"/>
            <a:ext cx="3297472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" dirty="0"/>
              <a:t>&lt;footer&gt;</a:t>
            </a:r>
          </a:p>
          <a:p>
            <a:r>
              <a:rPr lang="en" dirty="0"/>
              <a:t>   &lt;div&gt;</a:t>
            </a:r>
          </a:p>
          <a:p>
            <a:r>
              <a:rPr lang="en" dirty="0"/>
              <a:t>      &lt;ul&gt;</a:t>
            </a:r>
          </a:p>
          <a:p>
            <a:r>
              <a:rPr lang="en" dirty="0"/>
              <a:t>         &lt;li&gt;&lt;a&gt;&lt;/a&gt;&lt;/li&gt; - 5 times</a:t>
            </a:r>
          </a:p>
          <a:p>
            <a:r>
              <a:rPr lang="en" dirty="0"/>
              <a:t>      &lt;/ul&gt;</a:t>
            </a:r>
          </a:p>
          <a:p>
            <a:r>
              <a:rPr lang="en" dirty="0"/>
              <a:t>   &lt;/div&gt;</a:t>
            </a:r>
          </a:p>
          <a:p>
            <a:r>
              <a:rPr lang="en" dirty="0"/>
              <a:t>&lt;/footer&gt;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BA474E0-1C5A-9B43-9F5A-003997F87A27}"/>
              </a:ext>
            </a:extLst>
          </p:cNvPr>
          <p:cNvSpPr/>
          <p:nvPr/>
        </p:nvSpPr>
        <p:spPr>
          <a:xfrm>
            <a:off x="5262090" y="2434855"/>
            <a:ext cx="1840699" cy="62732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/>
              <a:t>Plan Your Visit</a:t>
            </a:r>
          </a:p>
        </p:txBody>
      </p:sp>
    </p:spTree>
    <p:extLst>
      <p:ext uri="{BB962C8B-B14F-4D97-AF65-F5344CB8AC3E}">
        <p14:creationId xmlns:p14="http://schemas.microsoft.com/office/powerpoint/2010/main" val="2405734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F6551C-FEBF-984A-AED1-6FEBDE95B3A2}"/>
              </a:ext>
            </a:extLst>
          </p:cNvPr>
          <p:cNvSpPr/>
          <p:nvPr/>
        </p:nvSpPr>
        <p:spPr>
          <a:xfrm>
            <a:off x="0" y="0"/>
            <a:ext cx="7096125" cy="4997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4E62A2-3AAD-DA49-BBBF-C19AB5492E11}"/>
              </a:ext>
            </a:extLst>
          </p:cNvPr>
          <p:cNvSpPr txBox="1"/>
          <p:nvPr/>
        </p:nvSpPr>
        <p:spPr>
          <a:xfrm>
            <a:off x="1843307" y="125880"/>
            <a:ext cx="723014" cy="25391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45720" rIns="45720" rtlCol="0" anchor="ctr">
            <a:spAutoFit/>
          </a:bodyPr>
          <a:lstStyle/>
          <a:p>
            <a:pPr algn="ctr"/>
            <a:r>
              <a:rPr lang="en-US" sz="1050" b="1"/>
              <a:t>Book Now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8231769-8358-E243-B575-37957B150013}"/>
              </a:ext>
            </a:extLst>
          </p:cNvPr>
          <p:cNvSpPr/>
          <p:nvPr/>
        </p:nvSpPr>
        <p:spPr>
          <a:xfrm>
            <a:off x="0" y="10633"/>
            <a:ext cx="531628" cy="48909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/>
              <a:t>Home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370725-9517-AE44-99D0-1EB2852492FB}"/>
              </a:ext>
            </a:extLst>
          </p:cNvPr>
          <p:cNvSpPr txBox="1"/>
          <p:nvPr/>
        </p:nvSpPr>
        <p:spPr>
          <a:xfrm>
            <a:off x="2569866" y="125880"/>
            <a:ext cx="723014" cy="25391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45720" rIns="45720" rtlCol="0" anchor="ctr">
            <a:spAutoFit/>
          </a:bodyPr>
          <a:lstStyle/>
          <a:p>
            <a:pPr algn="ctr"/>
            <a:r>
              <a:rPr lang="en-US" sz="1050" b="1"/>
              <a:t>Explore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9FAD4D-9F0B-364A-924B-D43D7AC1120D}"/>
              </a:ext>
            </a:extLst>
          </p:cNvPr>
          <p:cNvSpPr txBox="1"/>
          <p:nvPr/>
        </p:nvSpPr>
        <p:spPr>
          <a:xfrm>
            <a:off x="3305781" y="125880"/>
            <a:ext cx="1276849" cy="25391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45720" rIns="45720" rtlCol="0" anchor="ctr">
            <a:spAutoFit/>
          </a:bodyPr>
          <a:lstStyle/>
          <a:p>
            <a:pPr algn="ctr"/>
            <a:r>
              <a:rPr lang="en-US" sz="1050" b="1"/>
              <a:t>Know Before You Go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08F530-CA8C-804C-A573-A21BA178AFCC}"/>
              </a:ext>
            </a:extLst>
          </p:cNvPr>
          <p:cNvSpPr txBox="1"/>
          <p:nvPr/>
        </p:nvSpPr>
        <p:spPr>
          <a:xfrm>
            <a:off x="4595531" y="125880"/>
            <a:ext cx="912133" cy="25391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45720" rIns="45720" rtlCol="0" anchor="ctr">
            <a:spAutoFit/>
          </a:bodyPr>
          <a:lstStyle/>
          <a:p>
            <a:pPr algn="ctr"/>
            <a:r>
              <a:rPr lang="en-US" sz="1050" b="1"/>
              <a:t>Special Offers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D48F2B-A757-E644-8959-FDA39CBA33B0}"/>
              </a:ext>
            </a:extLst>
          </p:cNvPr>
          <p:cNvSpPr txBox="1"/>
          <p:nvPr/>
        </p:nvSpPr>
        <p:spPr>
          <a:xfrm>
            <a:off x="5520565" y="126448"/>
            <a:ext cx="823529" cy="25391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45720" rIns="45720" rtlCol="0" anchor="ctr">
            <a:spAutoFit/>
          </a:bodyPr>
          <a:lstStyle/>
          <a:p>
            <a:pPr algn="ctr"/>
            <a:r>
              <a:rPr lang="en-US" sz="1050" b="1"/>
              <a:t>Shop Online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851E86-4DF4-3A4B-B73B-4E4F99C4E40C}"/>
              </a:ext>
            </a:extLst>
          </p:cNvPr>
          <p:cNvSpPr txBox="1"/>
          <p:nvPr/>
        </p:nvSpPr>
        <p:spPr>
          <a:xfrm>
            <a:off x="6352972" y="125880"/>
            <a:ext cx="639231" cy="25391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45720" rIns="45720" rtlCol="0" anchor="ctr">
            <a:spAutoFit/>
          </a:bodyPr>
          <a:lstStyle/>
          <a:p>
            <a:pPr algn="ctr"/>
            <a:r>
              <a:rPr lang="en-US" sz="1050" b="1"/>
              <a:t>Help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4B99F7-A4BB-E944-88FE-9334CB4A5806}"/>
              </a:ext>
            </a:extLst>
          </p:cNvPr>
          <p:cNvSpPr/>
          <p:nvPr/>
        </p:nvSpPr>
        <p:spPr>
          <a:xfrm>
            <a:off x="-1" y="494669"/>
            <a:ext cx="7096125" cy="62732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/>
              <a:t>Day Ticket: Section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686840-A792-7B41-8DF6-B96B33233FCF}"/>
              </a:ext>
            </a:extLst>
          </p:cNvPr>
          <p:cNvSpPr/>
          <p:nvPr/>
        </p:nvSpPr>
        <p:spPr>
          <a:xfrm>
            <a:off x="-1" y="1111401"/>
            <a:ext cx="7096125" cy="62732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/>
              <a:t>Plan Your Day – Booking Tool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FA44C9-3ECD-F149-8FD1-D3CEDCBEA72F}"/>
              </a:ext>
            </a:extLst>
          </p:cNvPr>
          <p:cNvSpPr/>
          <p:nvPr/>
        </p:nvSpPr>
        <p:spPr>
          <a:xfrm>
            <a:off x="-12901" y="1741107"/>
            <a:ext cx="2286000" cy="17649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/>
              <a:t>Day Ticket </a:t>
            </a:r>
          </a:p>
          <a:p>
            <a:pPr algn="ctr"/>
            <a:r>
              <a:rPr lang="en-US" sz="1400"/>
              <a:t>Special 3 Attractions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C11007-3812-A041-AC48-7911EF28A135}"/>
              </a:ext>
            </a:extLst>
          </p:cNvPr>
          <p:cNvSpPr/>
          <p:nvPr/>
        </p:nvSpPr>
        <p:spPr>
          <a:xfrm>
            <a:off x="2273099" y="1741107"/>
            <a:ext cx="2309531" cy="17649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/>
              <a:t>Day Ticket</a:t>
            </a:r>
          </a:p>
          <a:p>
            <a:pPr algn="ctr"/>
            <a:r>
              <a:rPr lang="en-US" sz="1400"/>
              <a:t>All Attractions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CBA05C0-FF3E-784F-AA83-6E15E904082C}"/>
              </a:ext>
            </a:extLst>
          </p:cNvPr>
          <p:cNvSpPr/>
          <p:nvPr/>
        </p:nvSpPr>
        <p:spPr>
          <a:xfrm>
            <a:off x="4582630" y="1741107"/>
            <a:ext cx="2500594" cy="17649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/>
              <a:t>Day Ticket</a:t>
            </a:r>
          </a:p>
          <a:p>
            <a:pPr algn="ctr"/>
            <a:r>
              <a:rPr lang="en-US" sz="1400"/>
              <a:t>+ Day Free!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FCBABEA-EB62-6241-9B87-5BD92B7EE356}"/>
              </a:ext>
            </a:extLst>
          </p:cNvPr>
          <p:cNvSpPr/>
          <p:nvPr/>
        </p:nvSpPr>
        <p:spPr>
          <a:xfrm>
            <a:off x="-12901" y="5271490"/>
            <a:ext cx="7096125" cy="8187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/>
              <a:t>Footer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D91E2F8-A49A-3B42-8B4D-41CD7AB50C16}"/>
              </a:ext>
            </a:extLst>
          </p:cNvPr>
          <p:cNvSpPr/>
          <p:nvPr/>
        </p:nvSpPr>
        <p:spPr>
          <a:xfrm>
            <a:off x="-12901" y="3506569"/>
            <a:ext cx="2286000" cy="17649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/>
              <a:t>Special Offers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A1D4E5F-C9F4-6541-AB71-9D71060BAC98}"/>
              </a:ext>
            </a:extLst>
          </p:cNvPr>
          <p:cNvSpPr/>
          <p:nvPr/>
        </p:nvSpPr>
        <p:spPr>
          <a:xfrm>
            <a:off x="2273099" y="3506569"/>
            <a:ext cx="2309531" cy="17649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/>
              <a:t>Annual Programme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F7A77EB-2533-7640-829E-036EBD436609}"/>
              </a:ext>
            </a:extLst>
          </p:cNvPr>
          <p:cNvSpPr/>
          <p:nvPr/>
        </p:nvSpPr>
        <p:spPr>
          <a:xfrm>
            <a:off x="4582630" y="3506569"/>
            <a:ext cx="2500594" cy="17649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/>
              <a:t>Park Surrounding</a:t>
            </a:r>
          </a:p>
          <a:p>
            <a:pPr algn="ctr"/>
            <a:r>
              <a:rPr lang="en-US" sz="1400"/>
              <a:t>Information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8108D1D-EDB9-2749-B92B-FC9EAF4E729B}"/>
              </a:ext>
            </a:extLst>
          </p:cNvPr>
          <p:cNvSpPr txBox="1"/>
          <p:nvPr/>
        </p:nvSpPr>
        <p:spPr>
          <a:xfrm>
            <a:off x="57700" y="5545385"/>
            <a:ext cx="836097" cy="25391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rtlCol="0" anchor="ctr">
            <a:spAutoFit/>
          </a:bodyPr>
          <a:lstStyle/>
          <a:p>
            <a:pPr algn="ctr"/>
            <a:r>
              <a:rPr lang="en-US" sz="1050" b="1"/>
              <a:t>Information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C34DC6-132B-FC43-846C-C5FF4AD3DBC7}"/>
              </a:ext>
            </a:extLst>
          </p:cNvPr>
          <p:cNvSpPr txBox="1"/>
          <p:nvPr/>
        </p:nvSpPr>
        <p:spPr>
          <a:xfrm>
            <a:off x="4784653" y="5563013"/>
            <a:ext cx="723014" cy="25391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rtlCol="0" anchor="ctr">
            <a:spAutoFit/>
          </a:bodyPr>
          <a:lstStyle/>
          <a:p>
            <a:pPr algn="ctr"/>
            <a:r>
              <a:rPr lang="en-US" sz="1050" b="1"/>
              <a:t>Contact Us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48BD83-197C-FC4B-A868-0DBF35D803E4}"/>
              </a:ext>
            </a:extLst>
          </p:cNvPr>
          <p:cNvSpPr txBox="1"/>
          <p:nvPr/>
        </p:nvSpPr>
        <p:spPr>
          <a:xfrm>
            <a:off x="964398" y="5545385"/>
            <a:ext cx="1276849" cy="25391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rtlCol="0" anchor="ctr">
            <a:spAutoFit/>
          </a:bodyPr>
          <a:lstStyle/>
          <a:p>
            <a:pPr algn="ctr"/>
            <a:r>
              <a:rPr lang="en-US" sz="1050" b="1"/>
              <a:t>Sign Up Newsletter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FEFA7B4-EFF0-7447-B407-D9CD53E8C424}"/>
              </a:ext>
            </a:extLst>
          </p:cNvPr>
          <p:cNvSpPr txBox="1"/>
          <p:nvPr/>
        </p:nvSpPr>
        <p:spPr>
          <a:xfrm>
            <a:off x="5417394" y="5563014"/>
            <a:ext cx="912133" cy="25391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rtlCol="0" anchor="ctr">
            <a:spAutoFit/>
          </a:bodyPr>
          <a:lstStyle/>
          <a:p>
            <a:pPr algn="ctr"/>
            <a:r>
              <a:rPr lang="en-US" sz="1050" b="1"/>
              <a:t>About Us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2093E48-7B46-D748-A9E6-F704D7C8DA67}"/>
              </a:ext>
            </a:extLst>
          </p:cNvPr>
          <p:cNvSpPr txBox="1"/>
          <p:nvPr/>
        </p:nvSpPr>
        <p:spPr>
          <a:xfrm>
            <a:off x="6051457" y="5563014"/>
            <a:ext cx="823529" cy="25391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rtlCol="0" anchor="ctr">
            <a:spAutoFit/>
          </a:bodyPr>
          <a:lstStyle/>
          <a:p>
            <a:pPr algn="ctr"/>
            <a:r>
              <a:rPr lang="en-US" sz="1050" b="1"/>
              <a:t>Credits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12C433C-1C3C-B848-9FDA-673268B0E078}"/>
              </a:ext>
            </a:extLst>
          </p:cNvPr>
          <p:cNvSpPr txBox="1"/>
          <p:nvPr/>
        </p:nvSpPr>
        <p:spPr>
          <a:xfrm>
            <a:off x="781493" y="52749"/>
            <a:ext cx="723014" cy="41549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rtlCol="0" anchor="ctr">
            <a:spAutoFit/>
          </a:bodyPr>
          <a:lstStyle/>
          <a:p>
            <a:pPr algn="ctr"/>
            <a:r>
              <a:rPr lang="en-US" sz="1050" b="1"/>
              <a:t>Main Menu</a:t>
            </a:r>
          </a:p>
        </p:txBody>
      </p:sp>
      <p:cxnSp>
        <p:nvCxnSpPr>
          <p:cNvPr id="26" name="Соединительная линия уступом 25">
            <a:extLst>
              <a:ext uri="{FF2B5EF4-FFF2-40B4-BE49-F238E27FC236}">
                <a16:creationId xmlns:a16="http://schemas.microsoft.com/office/drawing/2014/main" id="{9DD5E735-C45F-CB47-89D6-AAACFE726920}"/>
              </a:ext>
            </a:extLst>
          </p:cNvPr>
          <p:cNvCxnSpPr>
            <a:cxnSpLocks/>
          </p:cNvCxnSpPr>
          <p:nvPr/>
        </p:nvCxnSpPr>
        <p:spPr>
          <a:xfrm>
            <a:off x="7140428" y="205639"/>
            <a:ext cx="594921" cy="5485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4BC66B9-8CC4-6B46-900E-207202D380A1}"/>
              </a:ext>
            </a:extLst>
          </p:cNvPr>
          <p:cNvSpPr txBox="1"/>
          <p:nvPr/>
        </p:nvSpPr>
        <p:spPr>
          <a:xfrm>
            <a:off x="7723162" y="-1314796"/>
            <a:ext cx="2844970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" dirty="0"/>
              <a:t>&lt;nav&gt;</a:t>
            </a:r>
          </a:p>
          <a:p>
            <a:r>
              <a:rPr lang="en" dirty="0"/>
              <a:t>  &lt;div&gt;</a:t>
            </a:r>
          </a:p>
          <a:p>
            <a:r>
              <a:rPr lang="en" dirty="0"/>
              <a:t>    &lt;a&gt;&lt;</a:t>
            </a:r>
            <a:r>
              <a:rPr lang="en" dirty="0" err="1"/>
              <a:t>img</a:t>
            </a:r>
            <a:r>
              <a:rPr lang="en" dirty="0"/>
              <a:t>/&gt;&lt;/a&gt;</a:t>
            </a:r>
          </a:p>
          <a:p>
            <a:r>
              <a:rPr lang="en" dirty="0"/>
              <a:t>    &lt;ul&gt;</a:t>
            </a:r>
          </a:p>
          <a:p>
            <a:r>
              <a:rPr lang="en" dirty="0"/>
              <a:t>     &lt;li&gt;&lt;a&gt;&lt;/a&gt;&lt;/li&gt; - 6 times</a:t>
            </a:r>
          </a:p>
          <a:p>
            <a:r>
              <a:rPr lang="en" dirty="0"/>
              <a:t>    &lt;/ul&gt;</a:t>
            </a:r>
          </a:p>
          <a:p>
            <a:r>
              <a:rPr lang="en" dirty="0"/>
              <a:t>  &lt;/div&gt;</a:t>
            </a:r>
          </a:p>
          <a:p>
            <a:r>
              <a:rPr lang="en" dirty="0"/>
              <a:t>&lt;/nav&gt;</a:t>
            </a:r>
          </a:p>
        </p:txBody>
      </p:sp>
      <p:cxnSp>
        <p:nvCxnSpPr>
          <p:cNvPr id="28" name="Соединительная линия уступом 27">
            <a:extLst>
              <a:ext uri="{FF2B5EF4-FFF2-40B4-BE49-F238E27FC236}">
                <a16:creationId xmlns:a16="http://schemas.microsoft.com/office/drawing/2014/main" id="{F0AD7112-727B-294F-9138-1B5F09E07129}"/>
              </a:ext>
            </a:extLst>
          </p:cNvPr>
          <p:cNvCxnSpPr>
            <a:cxnSpLocks/>
          </p:cNvCxnSpPr>
          <p:nvPr/>
        </p:nvCxnSpPr>
        <p:spPr>
          <a:xfrm rot="10800000">
            <a:off x="-496900" y="5689971"/>
            <a:ext cx="480474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0AC81A0-7D15-5F46-B9A5-14D9BC64E141}"/>
              </a:ext>
            </a:extLst>
          </p:cNvPr>
          <p:cNvSpPr txBox="1"/>
          <p:nvPr/>
        </p:nvSpPr>
        <p:spPr>
          <a:xfrm>
            <a:off x="-3797897" y="4656680"/>
            <a:ext cx="3297472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" dirty="0"/>
              <a:t>&lt;footer&gt;</a:t>
            </a:r>
          </a:p>
          <a:p>
            <a:r>
              <a:rPr lang="en" dirty="0"/>
              <a:t>   &lt;div&gt;</a:t>
            </a:r>
          </a:p>
          <a:p>
            <a:r>
              <a:rPr lang="en" dirty="0"/>
              <a:t>      &lt;ul&gt;</a:t>
            </a:r>
          </a:p>
          <a:p>
            <a:r>
              <a:rPr lang="en" dirty="0"/>
              <a:t>         &lt;li&gt;&lt;a&gt;&lt;/a&gt;&lt;/li&gt; - 5 times</a:t>
            </a:r>
          </a:p>
          <a:p>
            <a:r>
              <a:rPr lang="en" dirty="0"/>
              <a:t>      &lt;/ul&gt;</a:t>
            </a:r>
          </a:p>
          <a:p>
            <a:r>
              <a:rPr lang="en" dirty="0"/>
              <a:t>   &lt;/div&gt;</a:t>
            </a:r>
          </a:p>
          <a:p>
            <a:r>
              <a:rPr lang="en" dirty="0"/>
              <a:t>&lt;/footer&gt;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09477F9-496F-1543-A67C-DC4EE617DF2E}"/>
              </a:ext>
            </a:extLst>
          </p:cNvPr>
          <p:cNvSpPr txBox="1"/>
          <p:nvPr/>
        </p:nvSpPr>
        <p:spPr>
          <a:xfrm>
            <a:off x="8189660" y="1623617"/>
            <a:ext cx="3474491" cy="480131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" dirty="0"/>
              <a:t>&lt;section&gt;</a:t>
            </a:r>
          </a:p>
          <a:p>
            <a:r>
              <a:rPr lang="en" dirty="0"/>
              <a:t>   &lt;div&gt;</a:t>
            </a:r>
          </a:p>
          <a:p>
            <a:r>
              <a:rPr lang="en" dirty="0"/>
              <a:t>      &lt;div&gt;</a:t>
            </a:r>
          </a:p>
          <a:p>
            <a:r>
              <a:rPr lang="en" dirty="0"/>
              <a:t>         &lt;a&gt;&lt;h2&gt;&lt;/h2&gt;&lt;/a&gt; - 2 times</a:t>
            </a:r>
          </a:p>
          <a:p>
            <a:r>
              <a:rPr lang="en" dirty="0"/>
              <a:t>      &lt;/div&gt;</a:t>
            </a:r>
          </a:p>
          <a:p>
            <a:r>
              <a:rPr lang="en" dirty="0"/>
              <a:t>   &lt;/div&gt;</a:t>
            </a:r>
          </a:p>
          <a:p>
            <a:r>
              <a:rPr lang="en" dirty="0"/>
              <a:t>   &lt;div&gt;</a:t>
            </a:r>
          </a:p>
          <a:p>
            <a:r>
              <a:rPr lang="en" dirty="0"/>
              <a:t>      &lt;div&gt;</a:t>
            </a:r>
          </a:p>
          <a:p>
            <a:r>
              <a:rPr lang="en" dirty="0"/>
              <a:t>         &lt;div&gt;</a:t>
            </a:r>
          </a:p>
          <a:p>
            <a:r>
              <a:rPr lang="en" dirty="0"/>
              <a:t>            &lt;</a:t>
            </a:r>
            <a:r>
              <a:rPr lang="en" dirty="0" err="1"/>
              <a:t>img</a:t>
            </a:r>
            <a:r>
              <a:rPr lang="en" dirty="0"/>
              <a:t>/&gt;</a:t>
            </a:r>
          </a:p>
          <a:p>
            <a:r>
              <a:rPr lang="en" dirty="0"/>
              <a:t>         &lt;/div&gt;</a:t>
            </a:r>
          </a:p>
          <a:p>
            <a:r>
              <a:rPr lang="en" dirty="0"/>
              <a:t>         &lt;div&gt;</a:t>
            </a:r>
          </a:p>
          <a:p>
            <a:r>
              <a:rPr lang="en" dirty="0"/>
              <a:t>            &lt;a&gt;&lt;h3&gt;&lt;/h3&gt;&lt;/a&gt; - 6 times</a:t>
            </a:r>
          </a:p>
          <a:p>
            <a:r>
              <a:rPr lang="en" dirty="0"/>
              <a:t>         &lt;/div&gt;</a:t>
            </a:r>
          </a:p>
          <a:p>
            <a:r>
              <a:rPr lang="en" dirty="0"/>
              <a:t>      &lt;/div&gt;</a:t>
            </a:r>
          </a:p>
          <a:p>
            <a:r>
              <a:rPr lang="en" dirty="0"/>
              <a:t>   &lt;/div&gt;</a:t>
            </a:r>
          </a:p>
          <a:p>
            <a:r>
              <a:rPr lang="en" dirty="0"/>
              <a:t>&lt;/section&gt;</a:t>
            </a:r>
          </a:p>
        </p:txBody>
      </p:sp>
      <p:sp>
        <p:nvSpPr>
          <p:cNvPr id="39" name="Скругленный прямоугольник 38">
            <a:extLst>
              <a:ext uri="{FF2B5EF4-FFF2-40B4-BE49-F238E27FC236}">
                <a16:creationId xmlns:a16="http://schemas.microsoft.com/office/drawing/2014/main" id="{120B418A-1552-BA48-A28C-A1C48086C403}"/>
              </a:ext>
            </a:extLst>
          </p:cNvPr>
          <p:cNvSpPr/>
          <p:nvPr/>
        </p:nvSpPr>
        <p:spPr>
          <a:xfrm>
            <a:off x="8504358" y="3620796"/>
            <a:ext cx="2261178" cy="2196133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0" name="Соединительная линия уступом 39">
            <a:extLst>
              <a:ext uri="{FF2B5EF4-FFF2-40B4-BE49-F238E27FC236}">
                <a16:creationId xmlns:a16="http://schemas.microsoft.com/office/drawing/2014/main" id="{A9201A13-CD4E-6A4B-8FB8-F64A4A539A74}"/>
              </a:ext>
            </a:extLst>
          </p:cNvPr>
          <p:cNvCxnSpPr>
            <a:cxnSpLocks/>
          </p:cNvCxnSpPr>
          <p:nvPr/>
        </p:nvCxnSpPr>
        <p:spPr>
          <a:xfrm>
            <a:off x="7479226" y="2896290"/>
            <a:ext cx="710434" cy="9070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Закрывающая фигурная скобка 40">
            <a:extLst>
              <a:ext uri="{FF2B5EF4-FFF2-40B4-BE49-F238E27FC236}">
                <a16:creationId xmlns:a16="http://schemas.microsoft.com/office/drawing/2014/main" id="{4E3D42B6-9104-6745-B7AE-576AEB370E2B}"/>
              </a:ext>
            </a:extLst>
          </p:cNvPr>
          <p:cNvSpPr/>
          <p:nvPr/>
        </p:nvSpPr>
        <p:spPr>
          <a:xfrm>
            <a:off x="7125525" y="494669"/>
            <a:ext cx="568235" cy="480324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Скругленный прямоугольник 41">
            <a:extLst>
              <a:ext uri="{FF2B5EF4-FFF2-40B4-BE49-F238E27FC236}">
                <a16:creationId xmlns:a16="http://schemas.microsoft.com/office/drawing/2014/main" id="{D572DADF-DE3D-2F47-B1E9-66E6ED7ABCFB}"/>
              </a:ext>
            </a:extLst>
          </p:cNvPr>
          <p:cNvSpPr/>
          <p:nvPr/>
        </p:nvSpPr>
        <p:spPr>
          <a:xfrm>
            <a:off x="8543361" y="2211337"/>
            <a:ext cx="2071175" cy="824459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3840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F6551C-FEBF-984A-AED1-6FEBDE95B3A2}"/>
              </a:ext>
            </a:extLst>
          </p:cNvPr>
          <p:cNvSpPr/>
          <p:nvPr/>
        </p:nvSpPr>
        <p:spPr>
          <a:xfrm>
            <a:off x="0" y="0"/>
            <a:ext cx="7096125" cy="4997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4E62A2-3AAD-DA49-BBBF-C19AB5492E11}"/>
              </a:ext>
            </a:extLst>
          </p:cNvPr>
          <p:cNvSpPr txBox="1"/>
          <p:nvPr/>
        </p:nvSpPr>
        <p:spPr>
          <a:xfrm>
            <a:off x="1843307" y="125880"/>
            <a:ext cx="723014" cy="25391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45720" rIns="45720" rtlCol="0" anchor="ctr">
            <a:spAutoFit/>
          </a:bodyPr>
          <a:lstStyle/>
          <a:p>
            <a:pPr algn="ctr"/>
            <a:r>
              <a:rPr lang="en-US" sz="1050" b="1"/>
              <a:t>Book Now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8231769-8358-E243-B575-37957B150013}"/>
              </a:ext>
            </a:extLst>
          </p:cNvPr>
          <p:cNvSpPr/>
          <p:nvPr/>
        </p:nvSpPr>
        <p:spPr>
          <a:xfrm>
            <a:off x="0" y="10633"/>
            <a:ext cx="531628" cy="48909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/>
              <a:t>Home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370725-9517-AE44-99D0-1EB2852492FB}"/>
              </a:ext>
            </a:extLst>
          </p:cNvPr>
          <p:cNvSpPr txBox="1"/>
          <p:nvPr/>
        </p:nvSpPr>
        <p:spPr>
          <a:xfrm>
            <a:off x="2569866" y="125880"/>
            <a:ext cx="723014" cy="25391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45720" rIns="45720" rtlCol="0" anchor="ctr">
            <a:spAutoFit/>
          </a:bodyPr>
          <a:lstStyle/>
          <a:p>
            <a:pPr algn="ctr"/>
            <a:r>
              <a:rPr lang="en-US" sz="1050" b="1"/>
              <a:t>Explore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9FAD4D-9F0B-364A-924B-D43D7AC1120D}"/>
              </a:ext>
            </a:extLst>
          </p:cNvPr>
          <p:cNvSpPr txBox="1"/>
          <p:nvPr/>
        </p:nvSpPr>
        <p:spPr>
          <a:xfrm>
            <a:off x="3305781" y="125880"/>
            <a:ext cx="1276849" cy="25391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45720" rIns="45720" rtlCol="0" anchor="ctr">
            <a:spAutoFit/>
          </a:bodyPr>
          <a:lstStyle/>
          <a:p>
            <a:pPr algn="ctr"/>
            <a:r>
              <a:rPr lang="en-US" sz="1050" b="1" dirty="0"/>
              <a:t>Know Before You Go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08F530-CA8C-804C-A573-A21BA178AFCC}"/>
              </a:ext>
            </a:extLst>
          </p:cNvPr>
          <p:cNvSpPr txBox="1"/>
          <p:nvPr/>
        </p:nvSpPr>
        <p:spPr>
          <a:xfrm>
            <a:off x="4595531" y="125880"/>
            <a:ext cx="912133" cy="25391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45720" rIns="45720" rtlCol="0" anchor="ctr">
            <a:spAutoFit/>
          </a:bodyPr>
          <a:lstStyle/>
          <a:p>
            <a:pPr algn="ctr"/>
            <a:r>
              <a:rPr lang="en-US" sz="1050" b="1"/>
              <a:t>Special Offers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D48F2B-A757-E644-8959-FDA39CBA33B0}"/>
              </a:ext>
            </a:extLst>
          </p:cNvPr>
          <p:cNvSpPr txBox="1"/>
          <p:nvPr/>
        </p:nvSpPr>
        <p:spPr>
          <a:xfrm>
            <a:off x="5520565" y="126448"/>
            <a:ext cx="823529" cy="25391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45720" rIns="45720" rtlCol="0" anchor="ctr">
            <a:spAutoFit/>
          </a:bodyPr>
          <a:lstStyle/>
          <a:p>
            <a:pPr algn="ctr"/>
            <a:r>
              <a:rPr lang="en-US" sz="1050" b="1"/>
              <a:t>Shop Online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851E86-4DF4-3A4B-B73B-4E4F99C4E40C}"/>
              </a:ext>
            </a:extLst>
          </p:cNvPr>
          <p:cNvSpPr txBox="1"/>
          <p:nvPr/>
        </p:nvSpPr>
        <p:spPr>
          <a:xfrm>
            <a:off x="6352972" y="125880"/>
            <a:ext cx="639231" cy="25391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45720" rIns="45720" rtlCol="0" anchor="ctr">
            <a:spAutoFit/>
          </a:bodyPr>
          <a:lstStyle/>
          <a:p>
            <a:pPr algn="ctr"/>
            <a:r>
              <a:rPr lang="en-US" sz="1050" b="1"/>
              <a:t>Help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4B99F7-A4BB-E944-88FE-9334CB4A5806}"/>
              </a:ext>
            </a:extLst>
          </p:cNvPr>
          <p:cNvSpPr/>
          <p:nvPr/>
        </p:nvSpPr>
        <p:spPr>
          <a:xfrm>
            <a:off x="-1" y="494669"/>
            <a:ext cx="7096125" cy="62732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/>
              <a:t>Shop Online: Section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686840-A792-7B41-8DF6-B96B33233FCF}"/>
              </a:ext>
            </a:extLst>
          </p:cNvPr>
          <p:cNvSpPr/>
          <p:nvPr/>
        </p:nvSpPr>
        <p:spPr>
          <a:xfrm>
            <a:off x="-1" y="1111401"/>
            <a:ext cx="7096125" cy="62732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/>
              <a:t>Plan Your Day – Booking Tool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FA44C9-3ECD-F149-8FD1-D3CEDCBEA72F}"/>
              </a:ext>
            </a:extLst>
          </p:cNvPr>
          <p:cNvSpPr/>
          <p:nvPr/>
        </p:nvSpPr>
        <p:spPr>
          <a:xfrm>
            <a:off x="-12901" y="1741107"/>
            <a:ext cx="2286000" cy="17649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/>
              <a:t>Tickets &amp; Passes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C11007-3812-A041-AC48-7911EF28A135}"/>
              </a:ext>
            </a:extLst>
          </p:cNvPr>
          <p:cNvSpPr/>
          <p:nvPr/>
        </p:nvSpPr>
        <p:spPr>
          <a:xfrm>
            <a:off x="2273099" y="1741107"/>
            <a:ext cx="2309531" cy="17649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/>
              <a:t>Merchandise</a:t>
            </a:r>
          </a:p>
          <a:p>
            <a:pPr algn="ctr"/>
            <a:r>
              <a:rPr lang="en-US" sz="1400"/>
              <a:t>Theme 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CBA05C0-FF3E-784F-AA83-6E15E904082C}"/>
              </a:ext>
            </a:extLst>
          </p:cNvPr>
          <p:cNvSpPr/>
          <p:nvPr/>
        </p:nvSpPr>
        <p:spPr>
          <a:xfrm>
            <a:off x="4582630" y="1741107"/>
            <a:ext cx="2500594" cy="17649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/>
              <a:t>Merchandise</a:t>
            </a:r>
          </a:p>
          <a:p>
            <a:pPr algn="ctr"/>
            <a:r>
              <a:rPr lang="en-US" sz="1400"/>
              <a:t>Theme 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FCBABEA-EB62-6241-9B87-5BD92B7EE356}"/>
              </a:ext>
            </a:extLst>
          </p:cNvPr>
          <p:cNvSpPr/>
          <p:nvPr/>
        </p:nvSpPr>
        <p:spPr>
          <a:xfrm>
            <a:off x="-12901" y="7029845"/>
            <a:ext cx="7096125" cy="8187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/>
              <a:t>Footer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D91E2F8-A49A-3B42-8B4D-41CD7AB50C16}"/>
              </a:ext>
            </a:extLst>
          </p:cNvPr>
          <p:cNvSpPr/>
          <p:nvPr/>
        </p:nvSpPr>
        <p:spPr>
          <a:xfrm>
            <a:off x="-12901" y="3506569"/>
            <a:ext cx="2286000" cy="17649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/>
              <a:t>Merchandise</a:t>
            </a:r>
          </a:p>
          <a:p>
            <a:pPr algn="ctr"/>
            <a:r>
              <a:rPr lang="en-US" sz="1400"/>
              <a:t>Theme 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A1D4E5F-C9F4-6541-AB71-9D71060BAC98}"/>
              </a:ext>
            </a:extLst>
          </p:cNvPr>
          <p:cNvSpPr/>
          <p:nvPr/>
        </p:nvSpPr>
        <p:spPr>
          <a:xfrm>
            <a:off x="2273099" y="3506569"/>
            <a:ext cx="2309531" cy="17649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/>
              <a:t>Merchandise</a:t>
            </a:r>
          </a:p>
          <a:p>
            <a:pPr algn="ctr"/>
            <a:r>
              <a:rPr lang="en-US" sz="1400"/>
              <a:t>Theme 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F7A77EB-2533-7640-829E-036EBD436609}"/>
              </a:ext>
            </a:extLst>
          </p:cNvPr>
          <p:cNvSpPr/>
          <p:nvPr/>
        </p:nvSpPr>
        <p:spPr>
          <a:xfrm>
            <a:off x="4582630" y="3506569"/>
            <a:ext cx="2500594" cy="17649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/>
              <a:t>Merchandise</a:t>
            </a:r>
          </a:p>
          <a:p>
            <a:pPr algn="ctr"/>
            <a:r>
              <a:rPr lang="en-US" sz="1400"/>
              <a:t>Theme 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8108D1D-EDB9-2749-B92B-FC9EAF4E729B}"/>
              </a:ext>
            </a:extLst>
          </p:cNvPr>
          <p:cNvSpPr txBox="1"/>
          <p:nvPr/>
        </p:nvSpPr>
        <p:spPr>
          <a:xfrm>
            <a:off x="57700" y="7303740"/>
            <a:ext cx="836097" cy="25391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rtlCol="0" anchor="ctr">
            <a:spAutoFit/>
          </a:bodyPr>
          <a:lstStyle/>
          <a:p>
            <a:pPr algn="ctr"/>
            <a:r>
              <a:rPr lang="en-US" sz="1050" b="1"/>
              <a:t>Information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C34DC6-132B-FC43-846C-C5FF4AD3DBC7}"/>
              </a:ext>
            </a:extLst>
          </p:cNvPr>
          <p:cNvSpPr txBox="1"/>
          <p:nvPr/>
        </p:nvSpPr>
        <p:spPr>
          <a:xfrm>
            <a:off x="4784653" y="7321368"/>
            <a:ext cx="723014" cy="25391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rtlCol="0" anchor="ctr">
            <a:spAutoFit/>
          </a:bodyPr>
          <a:lstStyle/>
          <a:p>
            <a:pPr algn="ctr"/>
            <a:r>
              <a:rPr lang="en-US" sz="1050" b="1"/>
              <a:t>Contact Us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48BD83-197C-FC4B-A868-0DBF35D803E4}"/>
              </a:ext>
            </a:extLst>
          </p:cNvPr>
          <p:cNvSpPr txBox="1"/>
          <p:nvPr/>
        </p:nvSpPr>
        <p:spPr>
          <a:xfrm>
            <a:off x="964398" y="7303740"/>
            <a:ext cx="1276849" cy="25391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rtlCol="0" anchor="ctr">
            <a:spAutoFit/>
          </a:bodyPr>
          <a:lstStyle/>
          <a:p>
            <a:pPr algn="ctr"/>
            <a:r>
              <a:rPr lang="en-US" sz="1050" b="1"/>
              <a:t>Sign Up Newsletter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FEFA7B4-EFF0-7447-B407-D9CD53E8C424}"/>
              </a:ext>
            </a:extLst>
          </p:cNvPr>
          <p:cNvSpPr txBox="1"/>
          <p:nvPr/>
        </p:nvSpPr>
        <p:spPr>
          <a:xfrm>
            <a:off x="5417394" y="7321369"/>
            <a:ext cx="912133" cy="25391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rtlCol="0" anchor="ctr">
            <a:spAutoFit/>
          </a:bodyPr>
          <a:lstStyle/>
          <a:p>
            <a:pPr algn="ctr"/>
            <a:r>
              <a:rPr lang="en-US" sz="1050" b="1"/>
              <a:t>About Us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2093E48-7B46-D748-A9E6-F704D7C8DA67}"/>
              </a:ext>
            </a:extLst>
          </p:cNvPr>
          <p:cNvSpPr txBox="1"/>
          <p:nvPr/>
        </p:nvSpPr>
        <p:spPr>
          <a:xfrm>
            <a:off x="6051457" y="7321369"/>
            <a:ext cx="823529" cy="25391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rtlCol="0" anchor="ctr">
            <a:spAutoFit/>
          </a:bodyPr>
          <a:lstStyle/>
          <a:p>
            <a:pPr algn="ctr"/>
            <a:r>
              <a:rPr lang="en-US" sz="1050" b="1"/>
              <a:t>Credits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12C433C-1C3C-B848-9FDA-673268B0E078}"/>
              </a:ext>
            </a:extLst>
          </p:cNvPr>
          <p:cNvSpPr txBox="1"/>
          <p:nvPr/>
        </p:nvSpPr>
        <p:spPr>
          <a:xfrm>
            <a:off x="781493" y="52749"/>
            <a:ext cx="723014" cy="41549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rtlCol="0" anchor="ctr">
            <a:spAutoFit/>
          </a:bodyPr>
          <a:lstStyle/>
          <a:p>
            <a:pPr algn="ctr"/>
            <a:r>
              <a:rPr lang="en-US" sz="1050" b="1"/>
              <a:t>Main Menu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6E5A024-D2BF-3F45-BDF5-D9F813E6BE4C}"/>
              </a:ext>
            </a:extLst>
          </p:cNvPr>
          <p:cNvSpPr/>
          <p:nvPr/>
        </p:nvSpPr>
        <p:spPr>
          <a:xfrm>
            <a:off x="-12901" y="5264924"/>
            <a:ext cx="2286000" cy="17649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/>
              <a:t>Merchandise</a:t>
            </a:r>
          </a:p>
          <a:p>
            <a:pPr algn="ctr"/>
            <a:r>
              <a:rPr lang="en-US" sz="1400"/>
              <a:t>Theme 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6F9164B-848A-EF40-BAF9-6146CB59F1D4}"/>
              </a:ext>
            </a:extLst>
          </p:cNvPr>
          <p:cNvSpPr/>
          <p:nvPr/>
        </p:nvSpPr>
        <p:spPr>
          <a:xfrm>
            <a:off x="2273099" y="5264924"/>
            <a:ext cx="2309531" cy="17649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/>
              <a:t>Merchandise</a:t>
            </a:r>
          </a:p>
          <a:p>
            <a:pPr algn="ctr"/>
            <a:r>
              <a:rPr lang="en-US" sz="1400"/>
              <a:t>Theme 7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8206408-26F6-224D-92A3-1E23F2A1256B}"/>
              </a:ext>
            </a:extLst>
          </p:cNvPr>
          <p:cNvSpPr/>
          <p:nvPr/>
        </p:nvSpPr>
        <p:spPr>
          <a:xfrm>
            <a:off x="4582630" y="5264924"/>
            <a:ext cx="2500594" cy="17649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/>
              <a:t>Merchandise</a:t>
            </a:r>
          </a:p>
          <a:p>
            <a:pPr algn="ctr"/>
            <a:r>
              <a:rPr lang="en-US" sz="1400"/>
              <a:t>Theme 8</a:t>
            </a:r>
          </a:p>
        </p:txBody>
      </p:sp>
      <p:cxnSp>
        <p:nvCxnSpPr>
          <p:cNvPr id="29" name="Соединительная линия уступом 28">
            <a:extLst>
              <a:ext uri="{FF2B5EF4-FFF2-40B4-BE49-F238E27FC236}">
                <a16:creationId xmlns:a16="http://schemas.microsoft.com/office/drawing/2014/main" id="{BB5EBED0-064E-3940-AFD5-D731FB4D410C}"/>
              </a:ext>
            </a:extLst>
          </p:cNvPr>
          <p:cNvCxnSpPr>
            <a:cxnSpLocks/>
          </p:cNvCxnSpPr>
          <p:nvPr/>
        </p:nvCxnSpPr>
        <p:spPr>
          <a:xfrm>
            <a:off x="7140428" y="205639"/>
            <a:ext cx="594921" cy="5485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F12C3F5-63F1-9B4D-A5BE-DCCBA6E67B96}"/>
              </a:ext>
            </a:extLst>
          </p:cNvPr>
          <p:cNvSpPr txBox="1"/>
          <p:nvPr/>
        </p:nvSpPr>
        <p:spPr>
          <a:xfrm>
            <a:off x="7715965" y="-893664"/>
            <a:ext cx="2844970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" dirty="0"/>
              <a:t>&lt;nav&gt;</a:t>
            </a:r>
          </a:p>
          <a:p>
            <a:r>
              <a:rPr lang="en" dirty="0"/>
              <a:t>  &lt;div&gt;</a:t>
            </a:r>
          </a:p>
          <a:p>
            <a:r>
              <a:rPr lang="en" dirty="0"/>
              <a:t>    &lt;a&gt;&lt;</a:t>
            </a:r>
            <a:r>
              <a:rPr lang="en" dirty="0" err="1"/>
              <a:t>img</a:t>
            </a:r>
            <a:r>
              <a:rPr lang="en" dirty="0"/>
              <a:t>/&gt;&lt;/a&gt;</a:t>
            </a:r>
          </a:p>
          <a:p>
            <a:r>
              <a:rPr lang="en" dirty="0"/>
              <a:t>    &lt;ul&gt;</a:t>
            </a:r>
          </a:p>
          <a:p>
            <a:r>
              <a:rPr lang="en" dirty="0"/>
              <a:t>     &lt;li&gt;&lt;a&gt;&lt;/a&gt;&lt;/li&gt; - 6 times</a:t>
            </a:r>
          </a:p>
          <a:p>
            <a:r>
              <a:rPr lang="en" dirty="0"/>
              <a:t>    &lt;/ul&gt;</a:t>
            </a:r>
          </a:p>
          <a:p>
            <a:r>
              <a:rPr lang="en" dirty="0"/>
              <a:t>  &lt;/div&gt;</a:t>
            </a:r>
          </a:p>
          <a:p>
            <a:r>
              <a:rPr lang="en" dirty="0"/>
              <a:t>&lt;/nav&gt;</a:t>
            </a:r>
          </a:p>
        </p:txBody>
      </p:sp>
      <p:cxnSp>
        <p:nvCxnSpPr>
          <p:cNvPr id="39" name="Соединительная линия уступом 38">
            <a:extLst>
              <a:ext uri="{FF2B5EF4-FFF2-40B4-BE49-F238E27FC236}">
                <a16:creationId xmlns:a16="http://schemas.microsoft.com/office/drawing/2014/main" id="{7FC51EF5-1D3E-BD49-B083-1F1E41C7A6DD}"/>
              </a:ext>
            </a:extLst>
          </p:cNvPr>
          <p:cNvCxnSpPr>
            <a:cxnSpLocks/>
          </p:cNvCxnSpPr>
          <p:nvPr/>
        </p:nvCxnSpPr>
        <p:spPr>
          <a:xfrm>
            <a:off x="7121917" y="7479667"/>
            <a:ext cx="594921" cy="5485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0CF74FD0-F24F-4A49-9143-68C09D774CFE}"/>
              </a:ext>
            </a:extLst>
          </p:cNvPr>
          <p:cNvSpPr txBox="1"/>
          <p:nvPr/>
        </p:nvSpPr>
        <p:spPr>
          <a:xfrm>
            <a:off x="7715965" y="5906475"/>
            <a:ext cx="3297472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" dirty="0"/>
              <a:t>&lt;footer&gt;</a:t>
            </a:r>
          </a:p>
          <a:p>
            <a:r>
              <a:rPr lang="en" dirty="0"/>
              <a:t>   &lt;div&gt;</a:t>
            </a:r>
          </a:p>
          <a:p>
            <a:r>
              <a:rPr lang="en" dirty="0"/>
              <a:t>      &lt;ul&gt;</a:t>
            </a:r>
          </a:p>
          <a:p>
            <a:r>
              <a:rPr lang="en" dirty="0"/>
              <a:t>         &lt;li&gt;&lt;a&gt;&lt;/a&gt;&lt;/li&gt; - 5 times</a:t>
            </a:r>
          </a:p>
          <a:p>
            <a:r>
              <a:rPr lang="en" dirty="0"/>
              <a:t>      &lt;/ul&gt;</a:t>
            </a:r>
          </a:p>
          <a:p>
            <a:r>
              <a:rPr lang="en" dirty="0"/>
              <a:t>   &lt;/div&gt;</a:t>
            </a:r>
          </a:p>
          <a:p>
            <a:r>
              <a:rPr lang="en" dirty="0"/>
              <a:t>&lt;/footer&gt;</a:t>
            </a:r>
          </a:p>
        </p:txBody>
      </p:sp>
      <p:sp>
        <p:nvSpPr>
          <p:cNvPr id="10" name="Открывающая фигурная скобка 9">
            <a:extLst>
              <a:ext uri="{FF2B5EF4-FFF2-40B4-BE49-F238E27FC236}">
                <a16:creationId xmlns:a16="http://schemas.microsoft.com/office/drawing/2014/main" id="{4CDF685F-B949-F042-8F98-B37B1BBDADEF}"/>
              </a:ext>
            </a:extLst>
          </p:cNvPr>
          <p:cNvSpPr/>
          <p:nvPr/>
        </p:nvSpPr>
        <p:spPr>
          <a:xfrm>
            <a:off x="-329184" y="494669"/>
            <a:ext cx="316283" cy="653517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2" name="Соединительная линия уступом 11">
            <a:extLst>
              <a:ext uri="{FF2B5EF4-FFF2-40B4-BE49-F238E27FC236}">
                <a16:creationId xmlns:a16="http://schemas.microsoft.com/office/drawing/2014/main" id="{CCFF3626-5A3D-1440-84BF-BC87D69B130A}"/>
              </a:ext>
            </a:extLst>
          </p:cNvPr>
          <p:cNvCxnSpPr>
            <a:stCxn id="10" idx="1"/>
          </p:cNvCxnSpPr>
          <p:nvPr/>
        </p:nvCxnSpPr>
        <p:spPr>
          <a:xfrm rot="10800000" flipV="1">
            <a:off x="-658368" y="3762256"/>
            <a:ext cx="329184" cy="7822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D9CE2014-430D-0B41-893C-74F7DF10EB69}"/>
              </a:ext>
            </a:extLst>
          </p:cNvPr>
          <p:cNvSpPr txBox="1"/>
          <p:nvPr/>
        </p:nvSpPr>
        <p:spPr>
          <a:xfrm>
            <a:off x="-4145759" y="1400710"/>
            <a:ext cx="3474491" cy="480131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" dirty="0"/>
              <a:t>&lt;section&gt;</a:t>
            </a:r>
          </a:p>
          <a:p>
            <a:r>
              <a:rPr lang="en" dirty="0"/>
              <a:t>   &lt;div&gt;</a:t>
            </a:r>
          </a:p>
          <a:p>
            <a:r>
              <a:rPr lang="en" dirty="0"/>
              <a:t>      &lt;div&gt;</a:t>
            </a:r>
          </a:p>
          <a:p>
            <a:r>
              <a:rPr lang="en" dirty="0"/>
              <a:t>         &lt;a&gt;&lt;h2&gt;&lt;/h2&gt;&lt;/a&gt; - 2 times</a:t>
            </a:r>
          </a:p>
          <a:p>
            <a:r>
              <a:rPr lang="en" dirty="0"/>
              <a:t>      &lt;/div&gt;</a:t>
            </a:r>
          </a:p>
          <a:p>
            <a:r>
              <a:rPr lang="en" dirty="0"/>
              <a:t>   &lt;/div&gt;</a:t>
            </a:r>
          </a:p>
          <a:p>
            <a:r>
              <a:rPr lang="en" dirty="0"/>
              <a:t>   &lt;div&gt;</a:t>
            </a:r>
          </a:p>
          <a:p>
            <a:r>
              <a:rPr lang="en" dirty="0"/>
              <a:t>      &lt;div&gt;</a:t>
            </a:r>
          </a:p>
          <a:p>
            <a:r>
              <a:rPr lang="en" dirty="0"/>
              <a:t>         &lt;div&gt;</a:t>
            </a:r>
          </a:p>
          <a:p>
            <a:r>
              <a:rPr lang="en" dirty="0"/>
              <a:t>            &lt;</a:t>
            </a:r>
            <a:r>
              <a:rPr lang="en" dirty="0" err="1"/>
              <a:t>img</a:t>
            </a:r>
            <a:r>
              <a:rPr lang="en" dirty="0"/>
              <a:t>/&gt;</a:t>
            </a:r>
          </a:p>
          <a:p>
            <a:r>
              <a:rPr lang="en" dirty="0"/>
              <a:t>         &lt;/div&gt;</a:t>
            </a:r>
          </a:p>
          <a:p>
            <a:r>
              <a:rPr lang="en" dirty="0"/>
              <a:t>         &lt;div&gt;</a:t>
            </a:r>
          </a:p>
          <a:p>
            <a:r>
              <a:rPr lang="en" dirty="0"/>
              <a:t>            &lt;a&gt;&lt;h3&gt;&lt;/h3&gt;&lt;/a&gt; - 9 times</a:t>
            </a:r>
          </a:p>
          <a:p>
            <a:r>
              <a:rPr lang="en" dirty="0"/>
              <a:t>         &lt;/div&gt;</a:t>
            </a:r>
          </a:p>
          <a:p>
            <a:r>
              <a:rPr lang="en" dirty="0"/>
              <a:t>      &lt;/div&gt;</a:t>
            </a:r>
          </a:p>
          <a:p>
            <a:r>
              <a:rPr lang="en" dirty="0"/>
              <a:t>   &lt;/div&gt;</a:t>
            </a:r>
          </a:p>
          <a:p>
            <a:r>
              <a:rPr lang="en" dirty="0"/>
              <a:t>&lt;/section&gt;</a:t>
            </a:r>
          </a:p>
        </p:txBody>
      </p:sp>
    </p:spTree>
    <p:extLst>
      <p:ext uri="{BB962C8B-B14F-4D97-AF65-F5344CB8AC3E}">
        <p14:creationId xmlns:p14="http://schemas.microsoft.com/office/powerpoint/2010/main" val="1221996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1357</TotalTime>
  <Words>806</Words>
  <Application>Microsoft Macintosh PowerPoint</Application>
  <PresentationFormat>Произвольный</PresentationFormat>
  <Paragraphs>219</Paragraphs>
  <Slides>3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Courier New</vt:lpstr>
      <vt:lpstr>Symbol</vt:lpstr>
      <vt:lpstr>Office Theme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Davide Castellano</dc:creator>
  <cp:keywords/>
  <dc:description/>
  <cp:lastModifiedBy>Марат Ихсанов</cp:lastModifiedBy>
  <cp:revision>25</cp:revision>
  <dcterms:created xsi:type="dcterms:W3CDTF">2020-11-07T05:06:02Z</dcterms:created>
  <dcterms:modified xsi:type="dcterms:W3CDTF">2021-01-05T08:08:41Z</dcterms:modified>
  <cp:category/>
</cp:coreProperties>
</file>